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296545" y="768350"/>
          <a:ext cx="11393170" cy="609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180"/>
                <a:gridCol w="2094865"/>
                <a:gridCol w="1533525"/>
                <a:gridCol w="2167255"/>
                <a:gridCol w="1901190"/>
                <a:gridCol w="27641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参数量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显存</a:t>
                      </a:r>
                      <a:r>
                        <a:rPr lang="en-US" altLang="zh-CN"/>
                        <a:t> GB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230323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ChatYuan-large-v2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双语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0.4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INT4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普通显卡</a:t>
                      </a:r>
                      <a:r>
                        <a:rPr lang="en-US" altLang="zh-CN"/>
                        <a:t> cpu </a:t>
                      </a:r>
                      <a:r>
                        <a:rPr lang="zh-CN" altLang="en-US"/>
                        <a:t>手机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glm4_9b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约</a:t>
                      </a:r>
                      <a:r>
                        <a:rPr lang="en-US" altLang="zh-CN"/>
                        <a:t>14.5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llama_30B_q4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llama_</a:t>
                      </a:r>
                      <a:r>
                        <a:rPr lang="en-US" altLang="zh-CN"/>
                        <a:t>13</a:t>
                      </a:r>
                      <a:r>
                        <a:rPr lang="zh-CN" altLang="en-US"/>
                        <a:t>B_q</a:t>
                      </a: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llama_13B_q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flan_t5_xxl_q8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flan_t5_xxl_q4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llama_7B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llama_7B_q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fairseq_gpt_13B_q8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fairseq_gpt_13B_q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opt_30B_q4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19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gptneox_20B_q4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gptj_6B_q4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Llama-3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6905" y="615950"/>
            <a:ext cx="10488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Llama 3 对中文的支持效果欠佳，经常会出现你用中文提问，它用英文或中文+英文回复的现象</a:t>
            </a:r>
            <a:endParaRPr lang="en-US" altLang="zh-CN"/>
          </a:p>
          <a:p>
            <a:r>
              <a:rPr lang="zh-CN" altLang="en-US"/>
              <a:t>中文微调后</a:t>
            </a:r>
            <a:r>
              <a:rPr lang="en-US" altLang="zh-CN"/>
              <a:t>: llama3-Chinese-chat     Llama3-Chinese</a:t>
            </a:r>
            <a:endParaRPr lang="en-US" altLang="zh-CN"/>
          </a:p>
        </p:txBody>
      </p:sp>
      <p:graphicFrame>
        <p:nvGraphicFramePr>
          <p:cNvPr id="3" name="表格 2"/>
          <p:cNvGraphicFramePr/>
          <p:nvPr/>
        </p:nvGraphicFramePr>
        <p:xfrm>
          <a:off x="184150" y="1353820"/>
          <a:ext cx="11393170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180"/>
                <a:gridCol w="2094865"/>
                <a:gridCol w="1533525"/>
                <a:gridCol w="2167255"/>
                <a:gridCol w="1901190"/>
                <a:gridCol w="27641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参数量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显存</a:t>
                      </a:r>
                      <a:r>
                        <a:rPr lang="en-US" altLang="zh-CN"/>
                        <a:t> GB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230323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llama3-Chinese-chat 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双语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0.7B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0.4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INT4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普通显卡</a:t>
                      </a:r>
                      <a:r>
                        <a:rPr lang="en-US" altLang="zh-CN"/>
                        <a:t> cpu </a:t>
                      </a:r>
                      <a:r>
                        <a:rPr lang="zh-CN" altLang="en-US"/>
                        <a:t>手机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llama3-Chinese-chat 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110490" y="2221865"/>
          <a:ext cx="11393170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180"/>
                <a:gridCol w="2094865"/>
                <a:gridCol w="1533525"/>
                <a:gridCol w="2167255"/>
                <a:gridCol w="1901190"/>
                <a:gridCol w="27641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参数量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显存</a:t>
                      </a:r>
                      <a:r>
                        <a:rPr lang="en-US" altLang="zh-CN"/>
                        <a:t> GB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llama2_30B_q4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</a:t>
                      </a:r>
                      <a:r>
                        <a:rPr lang="en-US" altLang="zh-CN"/>
                        <a:t>13</a:t>
                      </a:r>
                      <a:r>
                        <a:rPr lang="zh-CN" altLang="en-US"/>
                        <a:t>B_q</a:t>
                      </a: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_13B_q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_7B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_7B_q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2000">
                <a:tc gridSpan="6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Llama 3 对中文的支持效果欠佳，经常会出现你用中文提问，它用英文或中文+英文回复的现象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中文微调后: llama3-Chinese-chat     Llama3-Chinese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llama3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-8B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约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llama3-</a:t>
                      </a:r>
                      <a:r>
                        <a:rPr lang="en-US" altLang="zh-CN"/>
                        <a:t>70</a:t>
                      </a:r>
                      <a:r>
                        <a:rPr lang="zh-CN" altLang="en-US"/>
                        <a:t>B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过大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80390" y="178435"/>
            <a:ext cx="2540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7B参数的4种常见类型所需推理显存计算如下：</a:t>
            </a:r>
            <a:endParaRPr lang="zh-CN" altLang="en-US"/>
          </a:p>
          <a:p>
            <a:r>
              <a:rPr lang="zh-CN" altLang="en-US"/>
              <a:t>float 7 * 4 = 28 GB</a:t>
            </a:r>
            <a:endParaRPr lang="zh-CN" altLang="en-US"/>
          </a:p>
          <a:p>
            <a:r>
              <a:rPr lang="zh-CN" altLang="en-US"/>
              <a:t>half / BF16 7 * 2 = 14 GB</a:t>
            </a:r>
            <a:endParaRPr lang="zh-CN" altLang="en-US"/>
          </a:p>
          <a:p>
            <a:r>
              <a:rPr lang="zh-CN" altLang="en-US"/>
              <a:t>int8 7 * 1 = 7 GB</a:t>
            </a:r>
            <a:endParaRPr lang="zh-CN" altLang="en-US"/>
          </a:p>
          <a:p>
            <a:r>
              <a:rPr lang="zh-CN" altLang="en-US"/>
              <a:t>int4 7 * 0.5 = 3.5 GB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4523105" y="360680"/>
          <a:ext cx="5147945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/>
                <a:gridCol w="2094865"/>
                <a:gridCol w="19011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显存</a:t>
                      </a:r>
                      <a:r>
                        <a:rPr lang="en-US" altLang="zh-CN"/>
                        <a:t> GB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23/07/19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llama2_30B_q4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</a:t>
                      </a:r>
                      <a:r>
                        <a:rPr lang="en-US" altLang="zh-CN"/>
                        <a:t>13</a:t>
                      </a:r>
                      <a:r>
                        <a:rPr lang="zh-CN" altLang="en-US"/>
                        <a:t>B_q</a:t>
                      </a: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_13B_q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_7B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</a:t>
                      </a:r>
                      <a:r>
                        <a:rPr lang="en-US" altLang="zh-CN"/>
                        <a:t>2</a:t>
                      </a:r>
                      <a:r>
                        <a:rPr lang="zh-CN" altLang="en-US"/>
                        <a:t>_7B_q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2000"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Llama 3 对中文的支持效果欠佳，经常会出现你用中文提问，它用英文或中文+英文回复的现象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中文微调后: llama3-Chinese-chat     Llama3-Chinese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24/04/18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llama3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-8B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约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llama3-</a:t>
                      </a:r>
                      <a:r>
                        <a:rPr lang="en-US" altLang="zh-CN"/>
                        <a:t>70</a:t>
                      </a:r>
                      <a:r>
                        <a:rPr lang="zh-CN" altLang="en-US"/>
                        <a:t>B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过大</a:t>
                      </a: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23/10/27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glm3_6b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13+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24/01/16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glm4_9b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14.5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80390" y="178435"/>
            <a:ext cx="2540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7B参数的4种常见类型所需推理显存计算如下：</a:t>
            </a:r>
            <a:endParaRPr lang="zh-CN" altLang="en-US"/>
          </a:p>
          <a:p>
            <a:r>
              <a:rPr lang="zh-CN" altLang="en-US"/>
              <a:t>float 7 * 4 = 28 GB</a:t>
            </a:r>
            <a:endParaRPr lang="zh-CN" altLang="en-US"/>
          </a:p>
          <a:p>
            <a:r>
              <a:rPr lang="zh-CN" altLang="en-US"/>
              <a:t>half / BF16 7 * 2 = 14 GB</a:t>
            </a:r>
            <a:endParaRPr lang="zh-CN" altLang="en-US"/>
          </a:p>
          <a:p>
            <a:r>
              <a:rPr lang="zh-CN" altLang="en-US"/>
              <a:t>int8 7 * 1 = 7 GB</a:t>
            </a:r>
            <a:endParaRPr lang="zh-CN" altLang="en-US"/>
          </a:p>
          <a:p>
            <a:r>
              <a:rPr lang="zh-CN" altLang="en-US"/>
              <a:t>int4 7 * 0.5 = 3.5 GB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50825" y="175895"/>
            <a:ext cx="11751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ChatYuan-large-v2 </a:t>
            </a:r>
            <a:endParaRPr lang="zh-CN" altLang="en-US"/>
          </a:p>
          <a:p>
            <a:r>
              <a:rPr lang="zh-CN" altLang="en-US"/>
              <a:t>https://blog.csdn.net/qq_43692950/article/details/131743987</a:t>
            </a:r>
            <a:endParaRPr lang="zh-CN" altLang="en-US"/>
          </a:p>
          <a:p>
            <a:r>
              <a:rPr lang="zh-CN" altLang="en-US"/>
              <a:t>项目</a:t>
            </a:r>
            <a:endParaRPr lang="zh-CN" altLang="en-US"/>
          </a:p>
          <a:p>
            <a:r>
              <a:rPr lang="zh-CN" altLang="en-US"/>
              <a:t>https://github.com/clue-ai/ChatYuan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4340" y="1903730"/>
            <a:ext cx="2540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7B参数的4种常见类型所需推理显存计算如下：</a:t>
            </a:r>
            <a:endParaRPr lang="zh-CN" altLang="en-US"/>
          </a:p>
          <a:p>
            <a:r>
              <a:rPr lang="zh-CN" altLang="en-US"/>
              <a:t>float 7 * 4 = 28 GB</a:t>
            </a:r>
            <a:endParaRPr lang="zh-CN" altLang="en-US"/>
          </a:p>
          <a:p>
            <a:r>
              <a:rPr lang="zh-CN" altLang="en-US"/>
              <a:t>half / BF16 7 * 2 = 14 GB</a:t>
            </a:r>
            <a:endParaRPr lang="zh-CN" altLang="en-US"/>
          </a:p>
          <a:p>
            <a:r>
              <a:rPr lang="zh-CN" altLang="en-US"/>
              <a:t>int8 7 * 1 = 7 GB</a:t>
            </a:r>
            <a:endParaRPr lang="zh-CN" altLang="en-US"/>
          </a:p>
          <a:p>
            <a:r>
              <a:rPr lang="zh-CN" altLang="en-US"/>
              <a:t>int4 7 * 0.5 = 3.5 GB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724015" y="1903730"/>
            <a:ext cx="37077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3dmm </a:t>
            </a:r>
            <a:r>
              <a:rPr lang="zh-CN" altLang="en-US"/>
              <a:t>系数</a:t>
            </a:r>
            <a:r>
              <a:rPr lang="en-US" altLang="zh-CN"/>
              <a:t>                </a:t>
            </a:r>
            <a:r>
              <a:rPr lang="zh-CN" altLang="en-US"/>
              <a:t>马普所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评价指标</a:t>
            </a:r>
            <a:endParaRPr lang="zh-CN" altLang="en-US"/>
          </a:p>
          <a:p>
            <a:r>
              <a:rPr lang="zh-CN" altLang="en-US"/>
              <a:t>生成的怎么样</a:t>
            </a:r>
            <a:endParaRPr lang="zh-CN" altLang="en-US"/>
          </a:p>
          <a:p>
            <a:r>
              <a:rPr lang="zh-CN" altLang="en-US"/>
              <a:t>哪些论文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1954</Words>
  <Application>WPS 演示</Application>
  <PresentationFormat>宽屏</PresentationFormat>
  <Paragraphs>226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Nimbus Roman No9 L</vt:lpstr>
      <vt:lpstr>Arial Black</vt:lpstr>
      <vt:lpstr>Droid Sans Fallback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ubuntu</cp:lastModifiedBy>
  <cp:revision>2</cp:revision>
  <dcterms:created xsi:type="dcterms:W3CDTF">2024-10-22T08:09:14Z</dcterms:created>
  <dcterms:modified xsi:type="dcterms:W3CDTF">2024-10-22T08:09:14Z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2052-11.1.0.11711</vt:lpwstr>
  </property>
  <property fmtid="{D5CDD505-2E9C-101B-9397-08002B2CF9AE}" pid="3" name="ICV">
    <vt:lpwstr/>
  </property>
</Properties>
</file>