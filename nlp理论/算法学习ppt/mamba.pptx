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13"/>
  </p:notesMasterIdLst>
  <p:sldIdLst>
    <p:sldId id="372" r:id="rId4"/>
    <p:sldId id="373" r:id="rId5"/>
    <p:sldId id="374" r:id="rId6"/>
    <p:sldId id="375" r:id="rId7"/>
    <p:sldId id="376" r:id="rId8"/>
    <p:sldId id="377" r:id="rId9"/>
    <p:sldId id="378" r:id="rId10"/>
    <p:sldId id="379" r:id="rId11"/>
    <p:sldId id="380" r:id="rId12"/>
    <p:sldId id="381" r:id="rId14"/>
    <p:sldId id="382" r:id="rId15"/>
    <p:sldId id="383" r:id="rId16"/>
    <p:sldId id="384" r:id="rId17"/>
    <p:sldId id="385" r:id="rId18"/>
    <p:sldId id="386" r:id="rId19"/>
    <p:sldId id="387" r:id="rId20"/>
    <p:sldId id="388"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notesMaster" Target="notesMasters/notes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AutoShape 2"/>
          <p:cNvSpPr/>
          <p:nvPr>
            <p:ph type="body" sz="quarter" idx="6" hasCustomPrompt="1"/>
          </p:nvPr>
        </p:nvSpPr>
        <p:spPr>
          <a:xfrm>
            <a:off x="1524000" y="1122363"/>
            <a:ext cx="9144000" cy="2387600"/>
          </a:xfrm>
          <a:prstGeom prst="rect">
            <a:avLst/>
          </a:prstGeom>
          <a:noFill/>
          <a:ln w="12700">
            <a:noFill/>
            <a:prstDash val="solid"/>
          </a:ln>
        </p:spPr>
        <p:txBody>
          <a:bodyPr lIns="91440" tIns="45720" rIns="91440" bIns="45720" anchor="b"/>
          <a:lstStyle>
            <a:lvl1pPr algn="ctr">
              <a:lnSpc>
                <a:spcPct val="92000"/>
              </a:lnSpc>
              <a:defRPr sz="6000" b="0" i="0" u="none" strike="noStrike" spc="0">
                <a:solidFill>
                  <a:srgbClr val="000000">
                    <a:alpha val="100000"/>
                  </a:srgbClr>
                </a:solidFill>
                <a:latin typeface="Noto Sans SC"/>
              </a:defRPr>
            </a:lvl1pPr>
          </a:lstStyle>
          <a:p>
            <a:pPr indent="0" algn="ctr">
              <a:lnSpc>
                <a:spcPct val="92000"/>
              </a:lnSpc>
            </a:pPr>
            <a:r>
              <a:rPr lang="en-US" sz="6000" b="0" i="0" u="none" strike="noStrike">
                <a:solidFill>
                  <a:srgbClr val="000000"/>
                </a:solidFill>
                <a:latin typeface="Noto Sans SC"/>
                <a:ea typeface="Noto Sans SC"/>
                <a:cs typeface="Noto Sans SC"/>
                <a:sym typeface="Noto Sans SC"/>
              </a:rPr>
              <a:t>单击此处编辑母版标题样式</a:t>
            </a:r>
            <a:endParaRPr lang="en-US" sz="6000" b="0" i="0" u="none" strike="noStrike">
              <a:solidFill>
                <a:srgbClr val="000000"/>
              </a:solidFill>
              <a:latin typeface="Noto Sans SC"/>
              <a:ea typeface="Noto Sans SC"/>
              <a:cs typeface="Noto Sans SC"/>
              <a:sym typeface="Noto Sans SC"/>
            </a:endParaRPr>
          </a:p>
        </p:txBody>
      </p:sp>
      <p:sp>
        <p:nvSpPr>
          <p:cNvPr id="3" name="AutoShape 3"/>
          <p:cNvSpPr/>
          <p:nvPr>
            <p:ph type="body" sz="quarter" idx="7" hasCustomPrompt="1"/>
          </p:nvPr>
        </p:nvSpPr>
        <p:spPr>
          <a:xfrm>
            <a:off x="1524000" y="3602038"/>
            <a:ext cx="9144000" cy="1655762"/>
          </a:xfrm>
          <a:prstGeom prst="rect">
            <a:avLst/>
          </a:prstGeom>
          <a:noFill/>
          <a:ln w="12700">
            <a:noFill/>
            <a:prstDash val="solid"/>
          </a:ln>
        </p:spPr>
        <p:txBody>
          <a:bodyPr lIns="91440" tIns="45720" rIns="91440" bIns="45720" anchor="t"/>
          <a:lstStyle>
            <a:lvl1pPr algn="ctr">
              <a:lnSpc>
                <a:spcPct val="92000"/>
              </a:lnSpc>
              <a:defRPr sz="2400" b="0" i="0" u="none" strike="noStrike" spc="0">
                <a:solidFill>
                  <a:srgbClr val="000000">
                    <a:alpha val="100000"/>
                  </a:srgbClr>
                </a:solidFill>
                <a:latin typeface="Noto Sans SC"/>
              </a:defRPr>
            </a:lvl1pPr>
          </a:lstStyle>
          <a:p>
            <a:pPr indent="0" algn="ctr">
              <a:lnSpc>
                <a:spcPct val="92000"/>
              </a:lnSpc>
            </a:pPr>
            <a:r>
              <a:rPr lang="en-US" sz="2400" b="0" i="0" u="none" strike="noStrike">
                <a:solidFill>
                  <a:srgbClr val="000000"/>
                </a:solidFill>
                <a:latin typeface="Noto Sans SC"/>
                <a:ea typeface="Noto Sans SC"/>
                <a:cs typeface="Noto Sans SC"/>
                <a:sym typeface="Noto Sans SC"/>
              </a:rPr>
              <a:t>单击此处编辑母版副标题样式</a:t>
            </a:r>
            <a:endParaRPr lang="en-US" sz="2400" b="0" i="0" u="none" strike="noStrike">
              <a:solidFill>
                <a:srgbClr val="000000"/>
              </a:solidFill>
              <a:latin typeface="Noto Sans SC"/>
              <a:ea typeface="Noto Sans SC"/>
              <a:cs typeface="Noto Sans SC"/>
              <a:sym typeface="Noto Sans SC"/>
            </a:endParaRPr>
          </a:p>
        </p:txBody>
      </p:sp>
      <p:sp>
        <p:nvSpPr>
          <p:cNvPr id="4" name="AutoShape 4"/>
          <p:cNvSpPr/>
          <p:nvPr>
            <p:ph type="body" sz="quarter" idx="8"/>
          </p:nvPr>
        </p:nvSpPr>
        <p:spPr>
          <a:xfrm>
            <a:off x="838200" y="6356350"/>
            <a:ext cx="2743200" cy="365125"/>
          </a:xfrm>
          <a:prstGeom prst="rect">
            <a:avLst/>
          </a:prstGeom>
          <a:noFill/>
          <a:ln w="12700">
            <a:noFill/>
            <a:prstDash val="solid"/>
          </a:ln>
        </p:spPr>
        <p:txBody>
          <a:bodyPr lIns="91440" tIns="45720" rIns="91440" bIns="45720" anchor="ctr"/>
          <a:lstStyle>
            <a:lvl1pPr algn="l">
              <a:lnSpc>
                <a:spcPct val="100000"/>
              </a:lnSpc>
              <a:defRPr sz="1200" b="0" i="0" u="none" strike="noStrike" spc="0">
                <a:solidFill>
                  <a:srgbClr val="898989">
                    <a:alpha val="100000"/>
                  </a:srgbClr>
                </a:solidFill>
                <a:latin typeface="Calibri"/>
              </a:defRPr>
            </a:lvl1pPr>
          </a:lstStyle>
          <a:p>
            <a:pPr algn="l"/>
          </a:p>
        </p:txBody>
      </p:sp>
      <p:sp>
        <p:nvSpPr>
          <p:cNvPr id="5" name="AutoShape 5"/>
          <p:cNvSpPr/>
          <p:nvPr>
            <p:ph type="body" sz="quarter" idx="9" hasCustomPrompt="1"/>
          </p:nvPr>
        </p:nvSpPr>
        <p:spPr>
          <a:xfrm>
            <a:off x="4038600" y="6356350"/>
            <a:ext cx="4114800" cy="365125"/>
          </a:xfrm>
          <a:prstGeom prst="rect">
            <a:avLst/>
          </a:prstGeom>
          <a:noFill/>
          <a:ln w="12700">
            <a:noFill/>
            <a:prstDash val="solid"/>
          </a:ln>
        </p:spPr>
        <p:txBody>
          <a:bodyPr vert="horz" lIns="91440" tIns="45720" rIns="91440" bIns="45720" anchor="ct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898989"/>
                </a:solidFill>
                <a:latin typeface="Calibri"/>
                <a:ea typeface="Calibri"/>
                <a:cs typeface="Calibri"/>
                <a:sym typeface="Calibri"/>
              </a:rPr>
              <a:t>页脚</a:t>
            </a:r>
            <a:endParaRPr lang="en-US" sz="1200" b="0" i="0" u="none" strike="noStrike">
              <a:solidFill>
                <a:srgbClr val="898989"/>
              </a:solidFill>
              <a:latin typeface="Calibri"/>
              <a:ea typeface="Calibri"/>
              <a:cs typeface="Calibri"/>
              <a:sym typeface="Calibri"/>
            </a:endParaRPr>
          </a:p>
        </p:txBody>
      </p:sp>
      <p:sp>
        <p:nvSpPr>
          <p:cNvPr id="6" name="AutoShape 6"/>
          <p:cNvSpPr/>
          <p:nvPr>
            <p:ph type="body" sz="quarter" idx="10"/>
          </p:nvPr>
        </p:nvSpPr>
        <p:spPr>
          <a:xfrm>
            <a:off x="8610600" y="6356350"/>
            <a:ext cx="2743200" cy="365125"/>
          </a:xfrm>
          <a:prstGeom prst="rect">
            <a:avLst/>
          </a:prstGeom>
          <a:noFill/>
          <a:ln w="12700">
            <a:noFill/>
            <a:prstDash val="solid"/>
          </a:ln>
        </p:spPr>
        <p:txBody>
          <a:bodyPr lIns="91440" tIns="45720" rIns="91440" bIns="45720" anchor="ctr"/>
          <a:lstStyle>
            <a:lvl1pPr algn="r">
              <a:lnSpc>
                <a:spcPct val="100000"/>
              </a:lnSpc>
              <a:defRPr sz="1200" b="0" i="0" u="none" strike="noStrike" spc="0">
                <a:solidFill>
                  <a:srgbClr val="898989">
                    <a:alpha val="100000"/>
                  </a:srgbClr>
                </a:solidFill>
                <a:latin typeface="Calibri"/>
              </a:defRPr>
            </a:lvl1pPr>
          </a:lstStyle>
          <a:p>
            <a:pPr algn="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和内容">
    <p:spTree>
      <p:nvGrpSpPr>
        <p:cNvPr id="1" name=""/>
        <p:cNvGrpSpPr/>
        <p:nvPr/>
      </p:nvGrpSpPr>
      <p:grpSpPr>
        <a:xfrm>
          <a:off x="0" y="0"/>
          <a:ext cx="0" cy="0"/>
          <a:chOff x="0" y="0"/>
          <a:chExt cx="0" cy="0"/>
        </a:xfrm>
      </p:grpSpPr>
      <p:sp>
        <p:nvSpPr>
          <p:cNvPr id="2" name="AutoShape 2"/>
          <p:cNvSpPr/>
          <p:nvPr>
            <p:ph type="body" sz="quarter" idx="11" hasCustomPrompt="1"/>
          </p:nvPr>
        </p:nvSpPr>
        <p:spPr>
          <a:xfrm>
            <a:off x="838200" y="365125"/>
            <a:ext cx="10515600" cy="1325563"/>
          </a:xfrm>
          <a:prstGeom prst="rect">
            <a:avLst/>
          </a:prstGeom>
          <a:noFill/>
          <a:ln w="12700">
            <a:noFill/>
            <a:prstDash val="solid"/>
          </a:ln>
        </p:spPr>
        <p:txBody>
          <a:bodyPr lIns="91440" tIns="45720" rIns="91440" bIns="45720" anchor="ctr"/>
          <a:lstStyle>
            <a:lvl1pPr algn="l">
              <a:lnSpc>
                <a:spcPct val="92000"/>
              </a:lnSpc>
              <a:defRPr sz="4400" b="0" i="0" u="none" strike="noStrike" spc="0">
                <a:solidFill>
                  <a:srgbClr val="000000">
                    <a:alpha val="100000"/>
                  </a:srgbClr>
                </a:solidFill>
                <a:latin typeface="Noto Sans SC"/>
              </a:defRPr>
            </a:lvl1pPr>
          </a:lstStyle>
          <a:p>
            <a:pPr indent="0" algn="l">
              <a:lnSpc>
                <a:spcPct val="92000"/>
              </a:lnSpc>
            </a:pPr>
            <a:r>
              <a:rPr lang="en-US" sz="4400" b="0" i="0" u="none" strike="noStrike">
                <a:solidFill>
                  <a:srgbClr val="000000"/>
                </a:solidFill>
                <a:latin typeface="Noto Sans SC"/>
                <a:ea typeface="Noto Sans SC"/>
                <a:cs typeface="Noto Sans SC"/>
                <a:sym typeface="Noto Sans SC"/>
              </a:rPr>
              <a:t>单击此处编辑母版标题样式</a:t>
            </a:r>
            <a:endParaRPr lang="en-US" sz="4400" b="0" i="0" u="none" strike="noStrike">
              <a:solidFill>
                <a:srgbClr val="000000"/>
              </a:solidFill>
              <a:latin typeface="Noto Sans SC"/>
              <a:ea typeface="Noto Sans SC"/>
              <a:cs typeface="Noto Sans SC"/>
              <a:sym typeface="Noto Sans SC"/>
            </a:endParaRPr>
          </a:p>
        </p:txBody>
      </p:sp>
      <p:sp>
        <p:nvSpPr>
          <p:cNvPr id="3" name="AutoShape 3"/>
          <p:cNvSpPr/>
          <p:nvPr>
            <p:ph type="body" sz="quarter" idx="12"/>
          </p:nvPr>
        </p:nvSpPr>
        <p:spPr>
          <a:xfrm>
            <a:off x="838200" y="1825625"/>
            <a:ext cx="10515600" cy="4351338"/>
          </a:xfrm>
          <a:prstGeom prst="rect">
            <a:avLst/>
          </a:prstGeom>
          <a:noFill/>
          <a:ln w="12700">
            <a:noFill/>
            <a:prstDash val="solid"/>
          </a:ln>
        </p:spPr>
        <p:txBody>
          <a:bodyPr lIns="91440" tIns="45720" rIns="91440" bIns="45720" anchor="t"/>
          <a:lstStyle>
            <a:lvl1pPr algn="l">
              <a:lnSpc>
                <a:spcPct val="92000"/>
              </a:lnSpc>
              <a:defRPr sz="2800" b="0" i="0" u="none" strike="noStrike" spc="0">
                <a:solidFill>
                  <a:srgbClr val="000000">
                    <a:alpha val="100000"/>
                  </a:srgbClr>
                </a:solidFill>
                <a:latin typeface="Noto Sans SC"/>
              </a:defRPr>
            </a:lvl1pPr>
          </a:lstStyle>
          <a:p>
            <a:pPr marL="355600" indent="-355600" algn="l">
              <a:lnSpc>
                <a:spcPct val="92000"/>
              </a:lnSpc>
              <a:buClr>
                <a:srgbClr val="000000"/>
              </a:buClr>
              <a:buChar char="•"/>
            </a:pPr>
            <a:r>
              <a:rPr lang="en-US" sz="2800" b="0" i="0" u="none" strike="noStrike">
                <a:solidFill>
                  <a:srgbClr val="000000"/>
                </a:solidFill>
                <a:latin typeface="Noto Sans SC"/>
                <a:ea typeface="Noto Sans SC"/>
                <a:cs typeface="Noto Sans SC"/>
                <a:sym typeface="Noto Sans SC"/>
              </a:rPr>
              <a:t>单击此处编辑母版文本样式</a:t>
            </a:r>
            <a:endParaRPr lang="en-US" sz="2800" b="0" i="0" u="none" strike="noStrike">
              <a:solidFill>
                <a:srgbClr val="000000"/>
              </a:solidFill>
              <a:latin typeface="Noto Sans SC"/>
              <a:ea typeface="Noto Sans SC"/>
              <a:cs typeface="Noto Sans SC"/>
              <a:sym typeface="Noto Sans SC"/>
            </a:endParaRPr>
          </a:p>
          <a:p>
            <a:pPr marL="762000" lvl="1" indent="-304800" algn="l">
              <a:lnSpc>
                <a:spcPct val="92000"/>
              </a:lnSpc>
              <a:buClr>
                <a:srgbClr val="000000"/>
              </a:buClr>
              <a:buChar char="•"/>
            </a:pPr>
            <a:r>
              <a:rPr lang="en-US" sz="2400" b="0" i="0" u="none" strike="noStrike">
                <a:solidFill>
                  <a:srgbClr val="000000"/>
                </a:solidFill>
                <a:latin typeface="Noto Sans SC"/>
                <a:ea typeface="Noto Sans SC"/>
                <a:cs typeface="Noto Sans SC"/>
                <a:sym typeface="Noto Sans SC"/>
              </a:rPr>
              <a:t>第二级</a:t>
            </a:r>
            <a:endParaRPr lang="en-US" sz="2400" b="0" i="0" u="none" strike="noStrike">
              <a:solidFill>
                <a:srgbClr val="000000"/>
              </a:solidFill>
              <a:latin typeface="Noto Sans SC"/>
              <a:ea typeface="Noto Sans SC"/>
              <a:cs typeface="Noto Sans SC"/>
              <a:sym typeface="Noto Sans SC"/>
            </a:endParaRPr>
          </a:p>
          <a:p>
            <a:pPr marL="1168400" lvl="2" indent="-254000" algn="l">
              <a:lnSpc>
                <a:spcPct val="92000"/>
              </a:lnSpc>
              <a:buClr>
                <a:srgbClr val="000000"/>
              </a:buClr>
              <a:buChar char="•"/>
            </a:pPr>
            <a:r>
              <a:rPr lang="en-US" sz="2000" b="0" i="0" u="none" strike="noStrike">
                <a:solidFill>
                  <a:srgbClr val="000000"/>
                </a:solidFill>
                <a:latin typeface="Noto Sans SC"/>
                <a:ea typeface="Noto Sans SC"/>
                <a:cs typeface="Noto Sans SC"/>
                <a:sym typeface="Noto Sans SC"/>
              </a:rPr>
              <a:t>第三级</a:t>
            </a:r>
            <a:endParaRPr lang="en-US" sz="2000" b="0" i="0" u="none" strike="noStrike">
              <a:solidFill>
                <a:srgbClr val="000000"/>
              </a:solidFill>
              <a:latin typeface="Noto Sans SC"/>
              <a:ea typeface="Noto Sans SC"/>
              <a:cs typeface="Noto Sans SC"/>
              <a:sym typeface="Noto Sans SC"/>
            </a:endParaRPr>
          </a:p>
          <a:p>
            <a:pPr marL="1600200" lvl="3"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第四级</a:t>
            </a:r>
            <a:endParaRPr lang="en-US" sz="1800" b="0" i="0" u="none" strike="noStrike">
              <a:solidFill>
                <a:srgbClr val="000000"/>
              </a:solidFill>
              <a:latin typeface="Noto Sans SC"/>
              <a:ea typeface="Noto Sans SC"/>
              <a:cs typeface="Noto Sans SC"/>
              <a:sym typeface="Noto Sans SC"/>
            </a:endParaRPr>
          </a:p>
          <a:p>
            <a:pPr marL="2057400" lvl="4"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第五级</a:t>
            </a:r>
            <a:endParaRPr lang="en-US" sz="1800" b="0" i="0" u="none" strike="noStrike">
              <a:solidFill>
                <a:srgbClr val="000000"/>
              </a:solidFill>
              <a:latin typeface="Noto Sans SC"/>
              <a:ea typeface="Noto Sans SC"/>
              <a:cs typeface="Noto Sans SC"/>
              <a:sym typeface="Noto Sans SC"/>
            </a:endParaRPr>
          </a:p>
        </p:txBody>
      </p:sp>
      <p:sp>
        <p:nvSpPr>
          <p:cNvPr id="4" name="AutoShape 4"/>
          <p:cNvSpPr/>
          <p:nvPr>
            <p:ph type="body" sz="quarter" idx="13"/>
          </p:nvPr>
        </p:nvSpPr>
        <p:spPr>
          <a:xfrm>
            <a:off x="838200" y="6356350"/>
            <a:ext cx="2743200" cy="365125"/>
          </a:xfrm>
          <a:prstGeom prst="rect">
            <a:avLst/>
          </a:prstGeom>
          <a:noFill/>
          <a:ln w="12700">
            <a:noFill/>
            <a:prstDash val="solid"/>
          </a:ln>
        </p:spPr>
        <p:txBody>
          <a:bodyPr lIns="91440" tIns="45720" rIns="91440" bIns="45720" anchor="ctr"/>
          <a:lstStyle>
            <a:lvl1pPr algn="l">
              <a:lnSpc>
                <a:spcPct val="100000"/>
              </a:lnSpc>
              <a:defRPr sz="1200" b="0" i="0" u="none" strike="noStrike" spc="0">
                <a:solidFill>
                  <a:srgbClr val="898989">
                    <a:alpha val="100000"/>
                  </a:srgbClr>
                </a:solidFill>
                <a:latin typeface="Calibri"/>
              </a:defRPr>
            </a:lvl1pPr>
          </a:lstStyle>
          <a:p>
            <a:pPr algn="l"/>
          </a:p>
        </p:txBody>
      </p:sp>
      <p:sp>
        <p:nvSpPr>
          <p:cNvPr id="5" name="AutoShape 5"/>
          <p:cNvSpPr/>
          <p:nvPr>
            <p:ph type="body" sz="quarter" idx="14" hasCustomPrompt="1"/>
          </p:nvPr>
        </p:nvSpPr>
        <p:spPr>
          <a:xfrm>
            <a:off x="4038600" y="6356350"/>
            <a:ext cx="4114800" cy="365125"/>
          </a:xfrm>
          <a:prstGeom prst="rect">
            <a:avLst/>
          </a:prstGeom>
          <a:noFill/>
          <a:ln w="12700">
            <a:noFill/>
            <a:prstDash val="solid"/>
          </a:ln>
        </p:spPr>
        <p:txBody>
          <a:bodyPr vert="horz" lIns="91440" tIns="45720" rIns="91440" bIns="45720" anchor="ct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898989"/>
                </a:solidFill>
                <a:latin typeface="Calibri"/>
                <a:ea typeface="Calibri"/>
                <a:cs typeface="Calibri"/>
                <a:sym typeface="Calibri"/>
              </a:rPr>
              <a:t>页脚</a:t>
            </a:r>
            <a:endParaRPr lang="en-US" sz="1200" b="0" i="0" u="none" strike="noStrike">
              <a:solidFill>
                <a:srgbClr val="898989"/>
              </a:solidFill>
              <a:latin typeface="Calibri"/>
              <a:ea typeface="Calibri"/>
              <a:cs typeface="Calibri"/>
              <a:sym typeface="Calibri"/>
            </a:endParaRPr>
          </a:p>
        </p:txBody>
      </p:sp>
      <p:sp>
        <p:nvSpPr>
          <p:cNvPr id="6" name="AutoShape 6"/>
          <p:cNvSpPr/>
          <p:nvPr>
            <p:ph type="body" sz="quarter" idx="15"/>
          </p:nvPr>
        </p:nvSpPr>
        <p:spPr>
          <a:xfrm>
            <a:off x="8610600" y="6356350"/>
            <a:ext cx="2743200" cy="365125"/>
          </a:xfrm>
          <a:prstGeom prst="rect">
            <a:avLst/>
          </a:prstGeom>
          <a:noFill/>
          <a:ln w="12700">
            <a:noFill/>
            <a:prstDash val="solid"/>
          </a:ln>
        </p:spPr>
        <p:txBody>
          <a:bodyPr lIns="91440" tIns="45720" rIns="91440" bIns="45720" anchor="ctr"/>
          <a:lstStyle>
            <a:lvl1pPr algn="r">
              <a:lnSpc>
                <a:spcPct val="100000"/>
              </a:lnSpc>
              <a:defRPr sz="1200" b="0" i="0" u="none" strike="noStrike" spc="0">
                <a:solidFill>
                  <a:srgbClr val="898989">
                    <a:alpha val="100000"/>
                  </a:srgbClr>
                </a:solidFill>
                <a:latin typeface="Calibri"/>
              </a:defRPr>
            </a:lvl1pPr>
          </a:lstStyle>
          <a:p>
            <a:pPr algn="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节标题">
    <p:spTree>
      <p:nvGrpSpPr>
        <p:cNvPr id="1" name=""/>
        <p:cNvGrpSpPr/>
        <p:nvPr/>
      </p:nvGrpSpPr>
      <p:grpSpPr>
        <a:xfrm>
          <a:off x="0" y="0"/>
          <a:ext cx="0" cy="0"/>
          <a:chOff x="0" y="0"/>
          <a:chExt cx="0" cy="0"/>
        </a:xfrm>
      </p:grpSpPr>
      <p:sp>
        <p:nvSpPr>
          <p:cNvPr id="2" name="AutoShape 2"/>
          <p:cNvSpPr/>
          <p:nvPr>
            <p:ph type="body" sz="quarter" idx="16" hasCustomPrompt="1"/>
          </p:nvPr>
        </p:nvSpPr>
        <p:spPr>
          <a:xfrm>
            <a:off x="831850" y="1709738"/>
            <a:ext cx="10515600" cy="2852737"/>
          </a:xfrm>
          <a:prstGeom prst="rect">
            <a:avLst/>
          </a:prstGeom>
          <a:noFill/>
          <a:ln w="12700">
            <a:noFill/>
            <a:prstDash val="solid"/>
          </a:ln>
        </p:spPr>
        <p:txBody>
          <a:bodyPr lIns="91440" tIns="45720" rIns="91440" bIns="45720" anchor="b"/>
          <a:lstStyle>
            <a:lvl1pPr algn="l">
              <a:lnSpc>
                <a:spcPct val="92000"/>
              </a:lnSpc>
              <a:defRPr sz="6000" b="0" i="0" u="none" strike="noStrike" spc="0">
                <a:solidFill>
                  <a:srgbClr val="000000">
                    <a:alpha val="100000"/>
                  </a:srgbClr>
                </a:solidFill>
                <a:latin typeface="Noto Sans SC"/>
              </a:defRPr>
            </a:lvl1pPr>
          </a:lstStyle>
          <a:p>
            <a:pPr indent="0" algn="l">
              <a:lnSpc>
                <a:spcPct val="92000"/>
              </a:lnSpc>
            </a:pPr>
            <a:r>
              <a:rPr lang="en-US" sz="6000" b="0" i="0" u="none" strike="noStrike">
                <a:solidFill>
                  <a:srgbClr val="000000"/>
                </a:solidFill>
                <a:latin typeface="Noto Sans SC"/>
                <a:ea typeface="Noto Sans SC"/>
                <a:cs typeface="Noto Sans SC"/>
                <a:sym typeface="Noto Sans SC"/>
              </a:rPr>
              <a:t>单击此处编辑母版标题样式</a:t>
            </a:r>
            <a:endParaRPr lang="en-US" sz="6000" b="0" i="0" u="none" strike="noStrike">
              <a:solidFill>
                <a:srgbClr val="000000"/>
              </a:solidFill>
              <a:latin typeface="Noto Sans SC"/>
              <a:ea typeface="Noto Sans SC"/>
              <a:cs typeface="Noto Sans SC"/>
              <a:sym typeface="Noto Sans SC"/>
            </a:endParaRPr>
          </a:p>
        </p:txBody>
      </p:sp>
      <p:sp>
        <p:nvSpPr>
          <p:cNvPr id="3" name="AutoShape 3"/>
          <p:cNvSpPr/>
          <p:nvPr>
            <p:ph type="body" sz="quarter" idx="17"/>
          </p:nvPr>
        </p:nvSpPr>
        <p:spPr>
          <a:xfrm>
            <a:off x="831850" y="4589463"/>
            <a:ext cx="10515600" cy="1500187"/>
          </a:xfrm>
          <a:prstGeom prst="rect">
            <a:avLst/>
          </a:prstGeom>
          <a:noFill/>
          <a:ln w="12700">
            <a:noFill/>
            <a:prstDash val="solid"/>
          </a:ln>
        </p:spPr>
        <p:txBody>
          <a:bodyPr lIns="91440" tIns="45720" rIns="91440" bIns="45720" anchor="t"/>
          <a:lstStyle>
            <a:lvl1pPr algn="l">
              <a:lnSpc>
                <a:spcPct val="92000"/>
              </a:lnSpc>
              <a:defRPr sz="2400" b="0" i="0" u="none" strike="noStrike" spc="0">
                <a:solidFill>
                  <a:srgbClr val="898989">
                    <a:alpha val="100000"/>
                  </a:srgbClr>
                </a:solidFill>
                <a:latin typeface="Noto Sans SC"/>
              </a:defRPr>
            </a:lvl1pPr>
          </a:lstStyle>
          <a:p>
            <a:pPr indent="0" algn="l">
              <a:lnSpc>
                <a:spcPct val="92000"/>
              </a:lnSpc>
            </a:pPr>
            <a:r>
              <a:rPr lang="en-US" sz="2400" b="0" i="0" u="none" strike="noStrike">
                <a:solidFill>
                  <a:srgbClr val="898989"/>
                </a:solidFill>
                <a:latin typeface="Noto Sans SC"/>
                <a:ea typeface="Noto Sans SC"/>
                <a:cs typeface="Noto Sans SC"/>
                <a:sym typeface="Noto Sans SC"/>
              </a:rPr>
              <a:t>单击此处编辑母版文本样式</a:t>
            </a:r>
            <a:endParaRPr lang="en-US" sz="2400" b="0" i="0" u="none" strike="noStrike">
              <a:solidFill>
                <a:srgbClr val="898989"/>
              </a:solidFill>
              <a:latin typeface="Noto Sans SC"/>
              <a:ea typeface="Noto Sans SC"/>
              <a:cs typeface="Noto Sans SC"/>
              <a:sym typeface="Noto Sans SC"/>
            </a:endParaRPr>
          </a:p>
        </p:txBody>
      </p:sp>
      <p:sp>
        <p:nvSpPr>
          <p:cNvPr id="4" name="AutoShape 4"/>
          <p:cNvSpPr/>
          <p:nvPr>
            <p:ph type="body" sz="quarter" idx="18"/>
          </p:nvPr>
        </p:nvSpPr>
        <p:spPr>
          <a:xfrm>
            <a:off x="838200" y="6356350"/>
            <a:ext cx="2743200" cy="365125"/>
          </a:xfrm>
          <a:prstGeom prst="rect">
            <a:avLst/>
          </a:prstGeom>
          <a:noFill/>
          <a:ln w="12700">
            <a:noFill/>
            <a:prstDash val="solid"/>
          </a:ln>
        </p:spPr>
        <p:txBody>
          <a:bodyPr lIns="91440" tIns="45720" rIns="91440" bIns="45720" anchor="ctr"/>
          <a:lstStyle>
            <a:lvl1pPr algn="l">
              <a:lnSpc>
                <a:spcPct val="100000"/>
              </a:lnSpc>
              <a:defRPr sz="1200" b="0" i="0" u="none" strike="noStrike" spc="0">
                <a:solidFill>
                  <a:srgbClr val="898989">
                    <a:alpha val="100000"/>
                  </a:srgbClr>
                </a:solidFill>
                <a:latin typeface="Calibri"/>
              </a:defRPr>
            </a:lvl1pPr>
          </a:lstStyle>
          <a:p>
            <a:pPr algn="l"/>
          </a:p>
        </p:txBody>
      </p:sp>
      <p:sp>
        <p:nvSpPr>
          <p:cNvPr id="5" name="AutoShape 5"/>
          <p:cNvSpPr/>
          <p:nvPr>
            <p:ph type="body" sz="quarter" idx="19" hasCustomPrompt="1"/>
          </p:nvPr>
        </p:nvSpPr>
        <p:spPr>
          <a:xfrm>
            <a:off x="4038600" y="6356350"/>
            <a:ext cx="4114800" cy="365125"/>
          </a:xfrm>
          <a:prstGeom prst="rect">
            <a:avLst/>
          </a:prstGeom>
          <a:noFill/>
          <a:ln w="12700">
            <a:noFill/>
            <a:prstDash val="solid"/>
          </a:ln>
        </p:spPr>
        <p:txBody>
          <a:bodyPr vert="horz" lIns="91440" tIns="45720" rIns="91440" bIns="45720" anchor="ct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898989"/>
                </a:solidFill>
                <a:latin typeface="Calibri"/>
                <a:ea typeface="Calibri"/>
                <a:cs typeface="Calibri"/>
                <a:sym typeface="Calibri"/>
              </a:rPr>
              <a:t>页脚</a:t>
            </a:r>
            <a:endParaRPr lang="en-US" sz="1200" b="0" i="0" u="none" strike="noStrike">
              <a:solidFill>
                <a:srgbClr val="898989"/>
              </a:solidFill>
              <a:latin typeface="Calibri"/>
              <a:ea typeface="Calibri"/>
              <a:cs typeface="Calibri"/>
              <a:sym typeface="Calibri"/>
            </a:endParaRPr>
          </a:p>
        </p:txBody>
      </p:sp>
      <p:sp>
        <p:nvSpPr>
          <p:cNvPr id="6" name="AutoShape 6"/>
          <p:cNvSpPr/>
          <p:nvPr>
            <p:ph type="body" sz="quarter" idx="20"/>
          </p:nvPr>
        </p:nvSpPr>
        <p:spPr>
          <a:xfrm>
            <a:off x="8610600" y="6356350"/>
            <a:ext cx="2743200" cy="365125"/>
          </a:xfrm>
          <a:prstGeom prst="rect">
            <a:avLst/>
          </a:prstGeom>
          <a:noFill/>
          <a:ln w="12700">
            <a:noFill/>
            <a:prstDash val="solid"/>
          </a:ln>
        </p:spPr>
        <p:txBody>
          <a:bodyPr lIns="91440" tIns="45720" rIns="91440" bIns="45720" anchor="ctr"/>
          <a:lstStyle>
            <a:lvl1pPr algn="r">
              <a:lnSpc>
                <a:spcPct val="100000"/>
              </a:lnSpc>
              <a:defRPr sz="1200" b="0" i="0" u="none" strike="noStrike" spc="0">
                <a:solidFill>
                  <a:srgbClr val="898989">
                    <a:alpha val="100000"/>
                  </a:srgbClr>
                </a:solidFill>
                <a:latin typeface="Calibri"/>
              </a:defRPr>
            </a:lvl1pPr>
          </a:lstStyle>
          <a:p>
            <a:pPr algn="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p:nvPr>
            <p:ph type="body" sz="quarter" idx="21" hasCustomPrompt="1"/>
          </p:nvPr>
        </p:nvSpPr>
        <p:spPr>
          <a:xfrm>
            <a:off x="838200" y="365125"/>
            <a:ext cx="10515600" cy="1325563"/>
          </a:xfrm>
          <a:prstGeom prst="rect">
            <a:avLst/>
          </a:prstGeom>
          <a:noFill/>
          <a:ln w="12700">
            <a:noFill/>
            <a:prstDash val="solid"/>
          </a:ln>
        </p:spPr>
        <p:txBody>
          <a:bodyPr lIns="91440" tIns="45720" rIns="91440" bIns="45720" anchor="ctr"/>
          <a:lstStyle>
            <a:lvl1pPr algn="l">
              <a:lnSpc>
                <a:spcPct val="92000"/>
              </a:lnSpc>
              <a:defRPr sz="4400" b="0" i="0" u="none" strike="noStrike" spc="0">
                <a:solidFill>
                  <a:srgbClr val="000000">
                    <a:alpha val="100000"/>
                  </a:srgbClr>
                </a:solidFill>
                <a:latin typeface="Noto Sans SC"/>
              </a:defRPr>
            </a:lvl1pPr>
          </a:lstStyle>
          <a:p>
            <a:pPr indent="0" algn="l">
              <a:lnSpc>
                <a:spcPct val="92000"/>
              </a:lnSpc>
            </a:pPr>
            <a:r>
              <a:rPr lang="en-US" sz="4400" b="0" i="0" u="none" strike="noStrike">
                <a:solidFill>
                  <a:srgbClr val="000000"/>
                </a:solidFill>
                <a:latin typeface="Noto Sans SC"/>
                <a:ea typeface="Noto Sans SC"/>
                <a:cs typeface="Noto Sans SC"/>
                <a:sym typeface="Noto Sans SC"/>
              </a:rPr>
              <a:t>单击此处编辑母版标题样式</a:t>
            </a:r>
            <a:endParaRPr lang="en-US" sz="4400" b="0" i="0" u="none" strike="noStrike">
              <a:solidFill>
                <a:srgbClr val="000000"/>
              </a:solidFill>
              <a:latin typeface="Noto Sans SC"/>
              <a:ea typeface="Noto Sans SC"/>
              <a:cs typeface="Noto Sans SC"/>
              <a:sym typeface="Noto Sans SC"/>
            </a:endParaRPr>
          </a:p>
        </p:txBody>
      </p:sp>
      <p:sp>
        <p:nvSpPr>
          <p:cNvPr id="3" name="AutoShape 3"/>
          <p:cNvSpPr/>
          <p:nvPr>
            <p:ph type="body" sz="quarter" idx="22"/>
          </p:nvPr>
        </p:nvSpPr>
        <p:spPr>
          <a:xfrm>
            <a:off x="838200" y="1825625"/>
            <a:ext cx="5181600" cy="4351338"/>
          </a:xfrm>
          <a:prstGeom prst="rect">
            <a:avLst/>
          </a:prstGeom>
          <a:noFill/>
          <a:ln w="12700">
            <a:noFill/>
            <a:prstDash val="solid"/>
          </a:ln>
        </p:spPr>
        <p:txBody>
          <a:bodyPr lIns="91440" tIns="45720" rIns="91440" bIns="45720" anchor="t"/>
          <a:lstStyle>
            <a:lvl1pPr algn="l">
              <a:lnSpc>
                <a:spcPct val="92000"/>
              </a:lnSpc>
              <a:defRPr sz="2800" b="0" i="0" u="none" strike="noStrike" spc="0">
                <a:solidFill>
                  <a:srgbClr val="000000">
                    <a:alpha val="100000"/>
                  </a:srgbClr>
                </a:solidFill>
                <a:latin typeface="Noto Sans SC"/>
              </a:defRPr>
            </a:lvl1pPr>
          </a:lstStyle>
          <a:p>
            <a:pPr marL="355600" indent="-355600" algn="l">
              <a:lnSpc>
                <a:spcPct val="92000"/>
              </a:lnSpc>
              <a:buClr>
                <a:srgbClr val="000000"/>
              </a:buClr>
              <a:buChar char="•"/>
            </a:pPr>
            <a:r>
              <a:rPr lang="en-US" sz="2800" b="0" i="0" u="none" strike="noStrike">
                <a:solidFill>
                  <a:srgbClr val="000000"/>
                </a:solidFill>
                <a:latin typeface="Noto Sans SC"/>
                <a:ea typeface="Noto Sans SC"/>
                <a:cs typeface="Noto Sans SC"/>
                <a:sym typeface="Noto Sans SC"/>
              </a:rPr>
              <a:t>单击此处编辑母版文本样式</a:t>
            </a:r>
            <a:endParaRPr lang="en-US" sz="2800" b="0" i="0" u="none" strike="noStrike">
              <a:solidFill>
                <a:srgbClr val="000000"/>
              </a:solidFill>
              <a:latin typeface="Noto Sans SC"/>
              <a:ea typeface="Noto Sans SC"/>
              <a:cs typeface="Noto Sans SC"/>
              <a:sym typeface="Noto Sans SC"/>
            </a:endParaRPr>
          </a:p>
          <a:p>
            <a:pPr marL="762000" lvl="1" indent="-304800" algn="l">
              <a:lnSpc>
                <a:spcPct val="92000"/>
              </a:lnSpc>
              <a:buClr>
                <a:srgbClr val="000000"/>
              </a:buClr>
              <a:buChar char="•"/>
            </a:pPr>
            <a:r>
              <a:rPr lang="en-US" sz="2400" b="0" i="0" u="none" strike="noStrike">
                <a:solidFill>
                  <a:srgbClr val="000000"/>
                </a:solidFill>
                <a:latin typeface="Noto Sans SC"/>
                <a:ea typeface="Noto Sans SC"/>
                <a:cs typeface="Noto Sans SC"/>
                <a:sym typeface="Noto Sans SC"/>
              </a:rPr>
              <a:t>第二级</a:t>
            </a:r>
            <a:endParaRPr lang="en-US" sz="2400" b="0" i="0" u="none" strike="noStrike">
              <a:solidFill>
                <a:srgbClr val="000000"/>
              </a:solidFill>
              <a:latin typeface="Noto Sans SC"/>
              <a:ea typeface="Noto Sans SC"/>
              <a:cs typeface="Noto Sans SC"/>
              <a:sym typeface="Noto Sans SC"/>
            </a:endParaRPr>
          </a:p>
          <a:p>
            <a:pPr marL="1168400" lvl="2" indent="-254000" algn="l">
              <a:lnSpc>
                <a:spcPct val="92000"/>
              </a:lnSpc>
              <a:buClr>
                <a:srgbClr val="000000"/>
              </a:buClr>
              <a:buChar char="•"/>
            </a:pPr>
            <a:r>
              <a:rPr lang="en-US" sz="2000" b="0" i="0" u="none" strike="noStrike">
                <a:solidFill>
                  <a:srgbClr val="000000"/>
                </a:solidFill>
                <a:latin typeface="Noto Sans SC"/>
                <a:ea typeface="Noto Sans SC"/>
                <a:cs typeface="Noto Sans SC"/>
                <a:sym typeface="Noto Sans SC"/>
              </a:rPr>
              <a:t>第三级</a:t>
            </a:r>
            <a:endParaRPr lang="en-US" sz="2000" b="0" i="0" u="none" strike="noStrike">
              <a:solidFill>
                <a:srgbClr val="000000"/>
              </a:solidFill>
              <a:latin typeface="Noto Sans SC"/>
              <a:ea typeface="Noto Sans SC"/>
              <a:cs typeface="Noto Sans SC"/>
              <a:sym typeface="Noto Sans SC"/>
            </a:endParaRPr>
          </a:p>
          <a:p>
            <a:pPr marL="1600200" lvl="3"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第四级</a:t>
            </a:r>
            <a:endParaRPr lang="en-US" sz="1800" b="0" i="0" u="none" strike="noStrike">
              <a:solidFill>
                <a:srgbClr val="000000"/>
              </a:solidFill>
              <a:latin typeface="Noto Sans SC"/>
              <a:ea typeface="Noto Sans SC"/>
              <a:cs typeface="Noto Sans SC"/>
              <a:sym typeface="Noto Sans SC"/>
            </a:endParaRPr>
          </a:p>
          <a:p>
            <a:pPr marL="2057400" lvl="4"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第五级</a:t>
            </a:r>
            <a:endParaRPr lang="en-US" sz="1800" b="0" i="0" u="none" strike="noStrike">
              <a:solidFill>
                <a:srgbClr val="000000"/>
              </a:solidFill>
              <a:latin typeface="Noto Sans SC"/>
              <a:ea typeface="Noto Sans SC"/>
              <a:cs typeface="Noto Sans SC"/>
              <a:sym typeface="Noto Sans SC"/>
            </a:endParaRPr>
          </a:p>
        </p:txBody>
      </p:sp>
      <p:sp>
        <p:nvSpPr>
          <p:cNvPr id="4" name="AutoShape 4"/>
          <p:cNvSpPr/>
          <p:nvPr>
            <p:ph type="body" sz="quarter" idx="23"/>
          </p:nvPr>
        </p:nvSpPr>
        <p:spPr>
          <a:xfrm>
            <a:off x="6172200" y="1825625"/>
            <a:ext cx="5181600" cy="4351338"/>
          </a:xfrm>
          <a:prstGeom prst="rect">
            <a:avLst/>
          </a:prstGeom>
          <a:noFill/>
          <a:ln w="12700">
            <a:noFill/>
            <a:prstDash val="solid"/>
          </a:ln>
        </p:spPr>
        <p:txBody>
          <a:bodyPr lIns="91440" tIns="45720" rIns="91440" bIns="45720" anchor="t"/>
          <a:lstStyle>
            <a:lvl1pPr algn="l">
              <a:lnSpc>
                <a:spcPct val="92000"/>
              </a:lnSpc>
              <a:defRPr sz="2800" b="0" i="0" u="none" strike="noStrike" spc="0">
                <a:solidFill>
                  <a:srgbClr val="000000">
                    <a:alpha val="100000"/>
                  </a:srgbClr>
                </a:solidFill>
                <a:latin typeface="Noto Sans SC"/>
              </a:defRPr>
            </a:lvl1pPr>
          </a:lstStyle>
          <a:p>
            <a:pPr marL="355600" indent="-355600" algn="l">
              <a:lnSpc>
                <a:spcPct val="92000"/>
              </a:lnSpc>
              <a:buClr>
                <a:srgbClr val="000000"/>
              </a:buClr>
              <a:buChar char="•"/>
            </a:pPr>
            <a:r>
              <a:rPr lang="en-US" sz="2800" b="0" i="0" u="none" strike="noStrike">
                <a:solidFill>
                  <a:srgbClr val="000000"/>
                </a:solidFill>
                <a:latin typeface="Noto Sans SC"/>
                <a:ea typeface="Noto Sans SC"/>
                <a:cs typeface="Noto Sans SC"/>
                <a:sym typeface="Noto Sans SC"/>
              </a:rPr>
              <a:t>单击此处编辑母版文本样式</a:t>
            </a:r>
            <a:endParaRPr lang="en-US" sz="2800" b="0" i="0" u="none" strike="noStrike">
              <a:solidFill>
                <a:srgbClr val="000000"/>
              </a:solidFill>
              <a:latin typeface="Noto Sans SC"/>
              <a:ea typeface="Noto Sans SC"/>
              <a:cs typeface="Noto Sans SC"/>
              <a:sym typeface="Noto Sans SC"/>
            </a:endParaRPr>
          </a:p>
          <a:p>
            <a:pPr marL="762000" lvl="1" indent="-304800" algn="l">
              <a:lnSpc>
                <a:spcPct val="92000"/>
              </a:lnSpc>
              <a:buClr>
                <a:srgbClr val="000000"/>
              </a:buClr>
              <a:buChar char="•"/>
            </a:pPr>
            <a:r>
              <a:rPr lang="en-US" sz="2400" b="0" i="0" u="none" strike="noStrike">
                <a:solidFill>
                  <a:srgbClr val="000000"/>
                </a:solidFill>
                <a:latin typeface="Noto Sans SC"/>
                <a:ea typeface="Noto Sans SC"/>
                <a:cs typeface="Noto Sans SC"/>
                <a:sym typeface="Noto Sans SC"/>
              </a:rPr>
              <a:t>第二级</a:t>
            </a:r>
            <a:endParaRPr lang="en-US" sz="2400" b="0" i="0" u="none" strike="noStrike">
              <a:solidFill>
                <a:srgbClr val="000000"/>
              </a:solidFill>
              <a:latin typeface="Noto Sans SC"/>
              <a:ea typeface="Noto Sans SC"/>
              <a:cs typeface="Noto Sans SC"/>
              <a:sym typeface="Noto Sans SC"/>
            </a:endParaRPr>
          </a:p>
          <a:p>
            <a:pPr marL="1168400" lvl="2" indent="-254000" algn="l">
              <a:lnSpc>
                <a:spcPct val="92000"/>
              </a:lnSpc>
              <a:buClr>
                <a:srgbClr val="000000"/>
              </a:buClr>
              <a:buChar char="•"/>
            </a:pPr>
            <a:r>
              <a:rPr lang="en-US" sz="2000" b="0" i="0" u="none" strike="noStrike">
                <a:solidFill>
                  <a:srgbClr val="000000"/>
                </a:solidFill>
                <a:latin typeface="Noto Sans SC"/>
                <a:ea typeface="Noto Sans SC"/>
                <a:cs typeface="Noto Sans SC"/>
                <a:sym typeface="Noto Sans SC"/>
              </a:rPr>
              <a:t>第三级</a:t>
            </a:r>
            <a:endParaRPr lang="en-US" sz="2000" b="0" i="0" u="none" strike="noStrike">
              <a:solidFill>
                <a:srgbClr val="000000"/>
              </a:solidFill>
              <a:latin typeface="Noto Sans SC"/>
              <a:ea typeface="Noto Sans SC"/>
              <a:cs typeface="Noto Sans SC"/>
              <a:sym typeface="Noto Sans SC"/>
            </a:endParaRPr>
          </a:p>
          <a:p>
            <a:pPr marL="1600200" lvl="3"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第四级</a:t>
            </a:r>
            <a:endParaRPr lang="en-US" sz="1800" b="0" i="0" u="none" strike="noStrike">
              <a:solidFill>
                <a:srgbClr val="000000"/>
              </a:solidFill>
              <a:latin typeface="Noto Sans SC"/>
              <a:ea typeface="Noto Sans SC"/>
              <a:cs typeface="Noto Sans SC"/>
              <a:sym typeface="Noto Sans SC"/>
            </a:endParaRPr>
          </a:p>
          <a:p>
            <a:pPr marL="2057400" lvl="4"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第五级</a:t>
            </a:r>
            <a:endParaRPr lang="en-US" sz="1800" b="0" i="0" u="none" strike="noStrike">
              <a:solidFill>
                <a:srgbClr val="000000"/>
              </a:solidFill>
              <a:latin typeface="Noto Sans SC"/>
              <a:ea typeface="Noto Sans SC"/>
              <a:cs typeface="Noto Sans SC"/>
              <a:sym typeface="Noto Sans SC"/>
            </a:endParaRPr>
          </a:p>
        </p:txBody>
      </p:sp>
      <p:sp>
        <p:nvSpPr>
          <p:cNvPr id="5" name="AutoShape 5"/>
          <p:cNvSpPr/>
          <p:nvPr>
            <p:ph type="body" sz="quarter" idx="24"/>
          </p:nvPr>
        </p:nvSpPr>
        <p:spPr>
          <a:xfrm>
            <a:off x="838200" y="6356350"/>
            <a:ext cx="2743200" cy="365125"/>
          </a:xfrm>
          <a:prstGeom prst="rect">
            <a:avLst/>
          </a:prstGeom>
          <a:noFill/>
          <a:ln w="12700">
            <a:noFill/>
            <a:prstDash val="solid"/>
          </a:ln>
        </p:spPr>
        <p:txBody>
          <a:bodyPr lIns="91440" tIns="45720" rIns="91440" bIns="45720" anchor="ctr"/>
          <a:lstStyle>
            <a:lvl1pPr algn="l">
              <a:lnSpc>
                <a:spcPct val="100000"/>
              </a:lnSpc>
              <a:defRPr sz="1200" b="0" i="0" u="none" strike="noStrike" spc="0">
                <a:solidFill>
                  <a:srgbClr val="898989">
                    <a:alpha val="100000"/>
                  </a:srgbClr>
                </a:solidFill>
                <a:latin typeface="Calibri"/>
              </a:defRPr>
            </a:lvl1pPr>
          </a:lstStyle>
          <a:p>
            <a:pPr algn="l"/>
          </a:p>
        </p:txBody>
      </p:sp>
      <p:sp>
        <p:nvSpPr>
          <p:cNvPr id="6" name="AutoShape 6"/>
          <p:cNvSpPr/>
          <p:nvPr>
            <p:ph type="body" sz="quarter" idx="25" hasCustomPrompt="1"/>
          </p:nvPr>
        </p:nvSpPr>
        <p:spPr>
          <a:xfrm>
            <a:off x="4038600" y="6356350"/>
            <a:ext cx="4114800" cy="365125"/>
          </a:xfrm>
          <a:prstGeom prst="rect">
            <a:avLst/>
          </a:prstGeom>
          <a:noFill/>
          <a:ln w="12700">
            <a:noFill/>
            <a:prstDash val="solid"/>
          </a:ln>
        </p:spPr>
        <p:txBody>
          <a:bodyPr vert="horz" lIns="91440" tIns="45720" rIns="91440" bIns="45720" anchor="ct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898989"/>
                </a:solidFill>
                <a:latin typeface="Calibri"/>
                <a:ea typeface="Calibri"/>
                <a:cs typeface="Calibri"/>
                <a:sym typeface="Calibri"/>
              </a:rPr>
              <a:t>页脚</a:t>
            </a:r>
            <a:endParaRPr lang="en-US" sz="1200" b="0" i="0" u="none" strike="noStrike">
              <a:solidFill>
                <a:srgbClr val="898989"/>
              </a:solidFill>
              <a:latin typeface="Calibri"/>
              <a:ea typeface="Calibri"/>
              <a:cs typeface="Calibri"/>
              <a:sym typeface="Calibri"/>
            </a:endParaRPr>
          </a:p>
        </p:txBody>
      </p:sp>
      <p:sp>
        <p:nvSpPr>
          <p:cNvPr id="7" name="AutoShape 7"/>
          <p:cNvSpPr/>
          <p:nvPr>
            <p:ph type="body" sz="quarter" idx="26"/>
          </p:nvPr>
        </p:nvSpPr>
        <p:spPr>
          <a:xfrm>
            <a:off x="8610600" y="6356350"/>
            <a:ext cx="2743200" cy="365125"/>
          </a:xfrm>
          <a:prstGeom prst="rect">
            <a:avLst/>
          </a:prstGeom>
          <a:noFill/>
          <a:ln w="12700">
            <a:noFill/>
            <a:prstDash val="solid"/>
          </a:ln>
        </p:spPr>
        <p:txBody>
          <a:bodyPr lIns="91440" tIns="45720" rIns="91440" bIns="45720" anchor="ctr"/>
          <a:lstStyle>
            <a:lvl1pPr algn="r">
              <a:lnSpc>
                <a:spcPct val="100000"/>
              </a:lnSpc>
              <a:defRPr sz="1200" b="0" i="0" u="none" strike="noStrike" spc="0">
                <a:solidFill>
                  <a:srgbClr val="898989">
                    <a:alpha val="100000"/>
                  </a:srgbClr>
                </a:solidFill>
                <a:latin typeface="Calibri"/>
              </a:defRPr>
            </a:lvl1pPr>
          </a:lstStyle>
          <a:p>
            <a:pPr algn="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比较">
    <p:spTree>
      <p:nvGrpSpPr>
        <p:cNvPr id="1" name=""/>
        <p:cNvGrpSpPr/>
        <p:nvPr/>
      </p:nvGrpSpPr>
      <p:grpSpPr>
        <a:xfrm>
          <a:off x="0" y="0"/>
          <a:ext cx="0" cy="0"/>
          <a:chOff x="0" y="0"/>
          <a:chExt cx="0" cy="0"/>
        </a:xfrm>
      </p:grpSpPr>
      <p:sp>
        <p:nvSpPr>
          <p:cNvPr id="2" name="AutoShape 2"/>
          <p:cNvSpPr/>
          <p:nvPr>
            <p:ph type="body" sz="quarter" idx="27" hasCustomPrompt="1"/>
          </p:nvPr>
        </p:nvSpPr>
        <p:spPr>
          <a:xfrm>
            <a:off x="839788" y="365125"/>
            <a:ext cx="10515600" cy="1325563"/>
          </a:xfrm>
          <a:prstGeom prst="rect">
            <a:avLst/>
          </a:prstGeom>
          <a:noFill/>
          <a:ln w="12700">
            <a:noFill/>
            <a:prstDash val="solid"/>
          </a:ln>
        </p:spPr>
        <p:txBody>
          <a:bodyPr lIns="91440" tIns="45720" rIns="91440" bIns="45720" anchor="ctr"/>
          <a:lstStyle>
            <a:lvl1pPr algn="l">
              <a:lnSpc>
                <a:spcPct val="92000"/>
              </a:lnSpc>
              <a:defRPr sz="4400" b="0" i="0" u="none" strike="noStrike" spc="0">
                <a:solidFill>
                  <a:srgbClr val="000000">
                    <a:alpha val="100000"/>
                  </a:srgbClr>
                </a:solidFill>
                <a:latin typeface="Noto Sans SC"/>
              </a:defRPr>
            </a:lvl1pPr>
          </a:lstStyle>
          <a:p>
            <a:pPr indent="0" algn="l">
              <a:lnSpc>
                <a:spcPct val="92000"/>
              </a:lnSpc>
            </a:pPr>
            <a:r>
              <a:rPr lang="en-US" sz="4400" b="0" i="0" u="none" strike="noStrike">
                <a:solidFill>
                  <a:srgbClr val="000000"/>
                </a:solidFill>
                <a:latin typeface="Noto Sans SC"/>
                <a:ea typeface="Noto Sans SC"/>
                <a:cs typeface="Noto Sans SC"/>
                <a:sym typeface="Noto Sans SC"/>
              </a:rPr>
              <a:t>单击此处编辑母版标题样式</a:t>
            </a:r>
            <a:endParaRPr lang="en-US" sz="4400" b="0" i="0" u="none" strike="noStrike">
              <a:solidFill>
                <a:srgbClr val="000000"/>
              </a:solidFill>
              <a:latin typeface="Noto Sans SC"/>
              <a:ea typeface="Noto Sans SC"/>
              <a:cs typeface="Noto Sans SC"/>
              <a:sym typeface="Noto Sans SC"/>
            </a:endParaRPr>
          </a:p>
        </p:txBody>
      </p:sp>
      <p:sp>
        <p:nvSpPr>
          <p:cNvPr id="3" name="AutoShape 3"/>
          <p:cNvSpPr/>
          <p:nvPr>
            <p:ph type="body" sz="quarter" idx="28"/>
          </p:nvPr>
        </p:nvSpPr>
        <p:spPr>
          <a:xfrm>
            <a:off x="1186774" y="1778438"/>
            <a:ext cx="4873574" cy="823912"/>
          </a:xfrm>
          <a:prstGeom prst="rect">
            <a:avLst/>
          </a:prstGeom>
          <a:noFill/>
          <a:ln w="12700">
            <a:noFill/>
            <a:prstDash val="solid"/>
          </a:ln>
        </p:spPr>
        <p:txBody>
          <a:bodyPr lIns="91440" tIns="45720" rIns="91440" bIns="45720" anchor="ctr"/>
          <a:lstStyle>
            <a:lvl1pPr algn="l">
              <a:lnSpc>
                <a:spcPct val="92000"/>
              </a:lnSpc>
              <a:defRPr sz="2800" b="0" i="0" u="none" strike="noStrike" spc="0">
                <a:solidFill>
                  <a:srgbClr val="000000">
                    <a:alpha val="100000"/>
                  </a:srgbClr>
                </a:solidFill>
                <a:latin typeface="Noto Sans SC"/>
              </a:defRPr>
            </a:lvl1pPr>
          </a:lstStyle>
          <a:p>
            <a:pPr indent="0" algn="l">
              <a:lnSpc>
                <a:spcPct val="92000"/>
              </a:lnSpc>
            </a:pPr>
            <a:r>
              <a:rPr lang="en-US" sz="2800" b="0" i="0" u="none" strike="noStrike">
                <a:solidFill>
                  <a:srgbClr val="000000"/>
                </a:solidFill>
                <a:latin typeface="Noto Sans SC"/>
                <a:ea typeface="Noto Sans SC"/>
                <a:cs typeface="Noto Sans SC"/>
                <a:sym typeface="Noto Sans SC"/>
              </a:rPr>
              <a:t>单击此处编辑母版文本样式</a:t>
            </a:r>
            <a:endParaRPr lang="en-US" sz="2800" b="0" i="0" u="none" strike="noStrike">
              <a:solidFill>
                <a:srgbClr val="000000"/>
              </a:solidFill>
              <a:latin typeface="Noto Sans SC"/>
              <a:ea typeface="Noto Sans SC"/>
              <a:cs typeface="Noto Sans SC"/>
              <a:sym typeface="Noto Sans SC"/>
            </a:endParaRPr>
          </a:p>
        </p:txBody>
      </p:sp>
      <p:sp>
        <p:nvSpPr>
          <p:cNvPr id="4" name="AutoShape 4"/>
          <p:cNvSpPr/>
          <p:nvPr>
            <p:ph type="body" sz="quarter" idx="29"/>
          </p:nvPr>
        </p:nvSpPr>
        <p:spPr>
          <a:xfrm>
            <a:off x="1186774" y="2665379"/>
            <a:ext cx="4873574" cy="3524284"/>
          </a:xfrm>
          <a:prstGeom prst="rect">
            <a:avLst/>
          </a:prstGeom>
          <a:noFill/>
          <a:ln w="12700">
            <a:noFill/>
            <a:prstDash val="solid"/>
          </a:ln>
        </p:spPr>
        <p:txBody>
          <a:bodyPr lIns="91440" tIns="45720" rIns="91440" bIns="45720" anchor="t"/>
          <a:lstStyle>
            <a:lvl1pPr algn="l">
              <a:lnSpc>
                <a:spcPct val="92000"/>
              </a:lnSpc>
              <a:defRPr sz="2800" b="0" i="0" u="none" strike="noStrike" spc="0">
                <a:solidFill>
                  <a:srgbClr val="000000">
                    <a:alpha val="100000"/>
                  </a:srgbClr>
                </a:solidFill>
                <a:latin typeface="Noto Sans SC"/>
              </a:defRPr>
            </a:lvl1pPr>
          </a:lstStyle>
          <a:p>
            <a:pPr marL="355600" indent="-355600" algn="l">
              <a:lnSpc>
                <a:spcPct val="92000"/>
              </a:lnSpc>
              <a:buClr>
                <a:srgbClr val="000000"/>
              </a:buClr>
              <a:buChar char="•"/>
            </a:pPr>
            <a:r>
              <a:rPr lang="en-US" sz="2800" b="0" i="0" u="none" strike="noStrike">
                <a:solidFill>
                  <a:srgbClr val="000000"/>
                </a:solidFill>
                <a:latin typeface="Noto Sans SC"/>
                <a:ea typeface="Noto Sans SC"/>
                <a:cs typeface="Noto Sans SC"/>
                <a:sym typeface="Noto Sans SC"/>
              </a:rPr>
              <a:t>单击此处编辑母版文本样式</a:t>
            </a:r>
            <a:endParaRPr lang="en-US" sz="2800" b="0" i="0" u="none" strike="noStrike">
              <a:solidFill>
                <a:srgbClr val="000000"/>
              </a:solidFill>
              <a:latin typeface="Noto Sans SC"/>
              <a:ea typeface="Noto Sans SC"/>
              <a:cs typeface="Noto Sans SC"/>
              <a:sym typeface="Noto Sans SC"/>
            </a:endParaRPr>
          </a:p>
          <a:p>
            <a:pPr marL="762000" lvl="1" indent="-304800" algn="l">
              <a:lnSpc>
                <a:spcPct val="92000"/>
              </a:lnSpc>
              <a:buClr>
                <a:srgbClr val="000000"/>
              </a:buClr>
              <a:buChar char="•"/>
            </a:pPr>
            <a:r>
              <a:rPr lang="en-US" sz="2400" b="0" i="0" u="none" strike="noStrike">
                <a:solidFill>
                  <a:srgbClr val="000000"/>
                </a:solidFill>
                <a:latin typeface="Noto Sans SC"/>
                <a:ea typeface="Noto Sans SC"/>
                <a:cs typeface="Noto Sans SC"/>
                <a:sym typeface="Noto Sans SC"/>
              </a:rPr>
              <a:t>第二级</a:t>
            </a:r>
            <a:endParaRPr lang="en-US" sz="2400" b="0" i="0" u="none" strike="noStrike">
              <a:solidFill>
                <a:srgbClr val="000000"/>
              </a:solidFill>
              <a:latin typeface="Noto Sans SC"/>
              <a:ea typeface="Noto Sans SC"/>
              <a:cs typeface="Noto Sans SC"/>
              <a:sym typeface="Noto Sans SC"/>
            </a:endParaRPr>
          </a:p>
          <a:p>
            <a:pPr marL="1168400" lvl="2" indent="-254000" algn="l">
              <a:lnSpc>
                <a:spcPct val="92000"/>
              </a:lnSpc>
              <a:buClr>
                <a:srgbClr val="000000"/>
              </a:buClr>
              <a:buChar char="•"/>
            </a:pPr>
            <a:r>
              <a:rPr lang="en-US" sz="2000" b="0" i="0" u="none" strike="noStrike">
                <a:solidFill>
                  <a:srgbClr val="000000"/>
                </a:solidFill>
                <a:latin typeface="Noto Sans SC"/>
                <a:ea typeface="Noto Sans SC"/>
                <a:cs typeface="Noto Sans SC"/>
                <a:sym typeface="Noto Sans SC"/>
              </a:rPr>
              <a:t>第三级</a:t>
            </a:r>
            <a:endParaRPr lang="en-US" sz="2000" b="0" i="0" u="none" strike="noStrike">
              <a:solidFill>
                <a:srgbClr val="000000"/>
              </a:solidFill>
              <a:latin typeface="Noto Sans SC"/>
              <a:ea typeface="Noto Sans SC"/>
              <a:cs typeface="Noto Sans SC"/>
              <a:sym typeface="Noto Sans SC"/>
            </a:endParaRPr>
          </a:p>
          <a:p>
            <a:pPr marL="1600200" lvl="3"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第四级</a:t>
            </a:r>
            <a:endParaRPr lang="en-US" sz="1800" b="0" i="0" u="none" strike="noStrike">
              <a:solidFill>
                <a:srgbClr val="000000"/>
              </a:solidFill>
              <a:latin typeface="Noto Sans SC"/>
              <a:ea typeface="Noto Sans SC"/>
              <a:cs typeface="Noto Sans SC"/>
              <a:sym typeface="Noto Sans SC"/>
            </a:endParaRPr>
          </a:p>
          <a:p>
            <a:pPr marL="2057400" lvl="4"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第五级</a:t>
            </a:r>
            <a:endParaRPr lang="en-US" sz="1800" b="0" i="0" u="none" strike="noStrike">
              <a:solidFill>
                <a:srgbClr val="000000"/>
              </a:solidFill>
              <a:latin typeface="Noto Sans SC"/>
              <a:ea typeface="Noto Sans SC"/>
              <a:cs typeface="Noto Sans SC"/>
              <a:sym typeface="Noto Sans SC"/>
            </a:endParaRPr>
          </a:p>
        </p:txBody>
      </p:sp>
      <p:sp>
        <p:nvSpPr>
          <p:cNvPr id="5" name="AutoShape 5"/>
          <p:cNvSpPr/>
          <p:nvPr>
            <p:ph type="body" sz="quarter" idx="30"/>
          </p:nvPr>
        </p:nvSpPr>
        <p:spPr>
          <a:xfrm>
            <a:off x="6256938" y="1778438"/>
            <a:ext cx="4897576" cy="823912"/>
          </a:xfrm>
          <a:prstGeom prst="rect">
            <a:avLst/>
          </a:prstGeom>
          <a:noFill/>
          <a:ln w="12700">
            <a:noFill/>
            <a:prstDash val="solid"/>
          </a:ln>
        </p:spPr>
        <p:txBody>
          <a:bodyPr lIns="91440" tIns="45720" rIns="91440" bIns="45720" anchor="ctr"/>
          <a:lstStyle>
            <a:lvl1pPr algn="l">
              <a:lnSpc>
                <a:spcPct val="92000"/>
              </a:lnSpc>
              <a:defRPr sz="2800" b="0" i="0" u="none" strike="noStrike" spc="0">
                <a:solidFill>
                  <a:srgbClr val="000000">
                    <a:alpha val="100000"/>
                  </a:srgbClr>
                </a:solidFill>
                <a:latin typeface="Noto Sans SC"/>
              </a:defRPr>
            </a:lvl1pPr>
          </a:lstStyle>
          <a:p>
            <a:pPr indent="0" algn="l">
              <a:lnSpc>
                <a:spcPct val="92000"/>
              </a:lnSpc>
            </a:pPr>
            <a:r>
              <a:rPr lang="en-US" sz="2800" b="0" i="0" u="none" strike="noStrike">
                <a:solidFill>
                  <a:srgbClr val="000000"/>
                </a:solidFill>
                <a:latin typeface="Noto Sans SC"/>
                <a:ea typeface="Noto Sans SC"/>
                <a:cs typeface="Noto Sans SC"/>
                <a:sym typeface="Noto Sans SC"/>
              </a:rPr>
              <a:t>单击此处编辑母版文本样式</a:t>
            </a:r>
            <a:endParaRPr lang="en-US" sz="2800" b="0" i="0" u="none" strike="noStrike">
              <a:solidFill>
                <a:srgbClr val="000000"/>
              </a:solidFill>
              <a:latin typeface="Noto Sans SC"/>
              <a:ea typeface="Noto Sans SC"/>
              <a:cs typeface="Noto Sans SC"/>
              <a:sym typeface="Noto Sans SC"/>
            </a:endParaRPr>
          </a:p>
        </p:txBody>
      </p:sp>
      <p:sp>
        <p:nvSpPr>
          <p:cNvPr id="6" name="AutoShape 6"/>
          <p:cNvSpPr/>
          <p:nvPr>
            <p:ph type="body" sz="quarter" idx="31"/>
          </p:nvPr>
        </p:nvSpPr>
        <p:spPr>
          <a:xfrm>
            <a:off x="6256938" y="2665379"/>
            <a:ext cx="4897576" cy="3524284"/>
          </a:xfrm>
          <a:prstGeom prst="rect">
            <a:avLst/>
          </a:prstGeom>
          <a:noFill/>
          <a:ln w="12700">
            <a:noFill/>
            <a:prstDash val="solid"/>
          </a:ln>
        </p:spPr>
        <p:txBody>
          <a:bodyPr lIns="91440" tIns="45720" rIns="91440" bIns="45720" anchor="t"/>
          <a:lstStyle>
            <a:lvl1pPr algn="l">
              <a:lnSpc>
                <a:spcPct val="92000"/>
              </a:lnSpc>
              <a:defRPr sz="2800" b="0" i="0" u="none" strike="noStrike" spc="0">
                <a:solidFill>
                  <a:srgbClr val="000000">
                    <a:alpha val="100000"/>
                  </a:srgbClr>
                </a:solidFill>
                <a:latin typeface="Noto Sans SC"/>
              </a:defRPr>
            </a:lvl1pPr>
          </a:lstStyle>
          <a:p>
            <a:pPr marL="355600" indent="-355600" algn="l">
              <a:lnSpc>
                <a:spcPct val="92000"/>
              </a:lnSpc>
              <a:buClr>
                <a:srgbClr val="000000"/>
              </a:buClr>
              <a:buChar char="•"/>
            </a:pPr>
            <a:r>
              <a:rPr lang="en-US" sz="2800" b="0" i="0" u="none" strike="noStrike">
                <a:solidFill>
                  <a:srgbClr val="000000"/>
                </a:solidFill>
                <a:latin typeface="Noto Sans SC"/>
                <a:ea typeface="Noto Sans SC"/>
                <a:cs typeface="Noto Sans SC"/>
                <a:sym typeface="Noto Sans SC"/>
              </a:rPr>
              <a:t>单击此处编辑母版文本样式</a:t>
            </a:r>
            <a:endParaRPr lang="en-US" sz="2800" b="0" i="0" u="none" strike="noStrike">
              <a:solidFill>
                <a:srgbClr val="000000"/>
              </a:solidFill>
              <a:latin typeface="Noto Sans SC"/>
              <a:ea typeface="Noto Sans SC"/>
              <a:cs typeface="Noto Sans SC"/>
              <a:sym typeface="Noto Sans SC"/>
            </a:endParaRPr>
          </a:p>
          <a:p>
            <a:pPr marL="762000" lvl="1" indent="-304800" algn="l">
              <a:lnSpc>
                <a:spcPct val="92000"/>
              </a:lnSpc>
              <a:buClr>
                <a:srgbClr val="000000"/>
              </a:buClr>
              <a:buChar char="•"/>
            </a:pPr>
            <a:r>
              <a:rPr lang="en-US" sz="2400" b="0" i="0" u="none" strike="noStrike">
                <a:solidFill>
                  <a:srgbClr val="000000"/>
                </a:solidFill>
                <a:latin typeface="Noto Sans SC"/>
                <a:ea typeface="Noto Sans SC"/>
                <a:cs typeface="Noto Sans SC"/>
                <a:sym typeface="Noto Sans SC"/>
              </a:rPr>
              <a:t>第二级</a:t>
            </a:r>
            <a:endParaRPr lang="en-US" sz="2400" b="0" i="0" u="none" strike="noStrike">
              <a:solidFill>
                <a:srgbClr val="000000"/>
              </a:solidFill>
              <a:latin typeface="Noto Sans SC"/>
              <a:ea typeface="Noto Sans SC"/>
              <a:cs typeface="Noto Sans SC"/>
              <a:sym typeface="Noto Sans SC"/>
            </a:endParaRPr>
          </a:p>
          <a:p>
            <a:pPr marL="1168400" lvl="2" indent="-254000" algn="l">
              <a:lnSpc>
                <a:spcPct val="92000"/>
              </a:lnSpc>
              <a:buClr>
                <a:srgbClr val="000000"/>
              </a:buClr>
              <a:buChar char="•"/>
            </a:pPr>
            <a:r>
              <a:rPr lang="en-US" sz="2000" b="0" i="0" u="none" strike="noStrike">
                <a:solidFill>
                  <a:srgbClr val="000000"/>
                </a:solidFill>
                <a:latin typeface="Noto Sans SC"/>
                <a:ea typeface="Noto Sans SC"/>
                <a:cs typeface="Noto Sans SC"/>
                <a:sym typeface="Noto Sans SC"/>
              </a:rPr>
              <a:t>第三级</a:t>
            </a:r>
            <a:endParaRPr lang="en-US" sz="2000" b="0" i="0" u="none" strike="noStrike">
              <a:solidFill>
                <a:srgbClr val="000000"/>
              </a:solidFill>
              <a:latin typeface="Noto Sans SC"/>
              <a:ea typeface="Noto Sans SC"/>
              <a:cs typeface="Noto Sans SC"/>
              <a:sym typeface="Noto Sans SC"/>
            </a:endParaRPr>
          </a:p>
          <a:p>
            <a:pPr marL="1600200" lvl="3"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第四级</a:t>
            </a:r>
            <a:endParaRPr lang="en-US" sz="1800" b="0" i="0" u="none" strike="noStrike">
              <a:solidFill>
                <a:srgbClr val="000000"/>
              </a:solidFill>
              <a:latin typeface="Noto Sans SC"/>
              <a:ea typeface="Noto Sans SC"/>
              <a:cs typeface="Noto Sans SC"/>
              <a:sym typeface="Noto Sans SC"/>
            </a:endParaRPr>
          </a:p>
          <a:p>
            <a:pPr marL="2057400" lvl="4"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第五级</a:t>
            </a:r>
            <a:endParaRPr lang="en-US" sz="1800" b="0" i="0" u="none" strike="noStrike">
              <a:solidFill>
                <a:srgbClr val="000000"/>
              </a:solidFill>
              <a:latin typeface="Noto Sans SC"/>
              <a:ea typeface="Noto Sans SC"/>
              <a:cs typeface="Noto Sans SC"/>
              <a:sym typeface="Noto Sans SC"/>
            </a:endParaRPr>
          </a:p>
        </p:txBody>
      </p:sp>
      <p:sp>
        <p:nvSpPr>
          <p:cNvPr id="7" name="AutoShape 7"/>
          <p:cNvSpPr/>
          <p:nvPr>
            <p:ph type="body" sz="quarter" idx="32"/>
          </p:nvPr>
        </p:nvSpPr>
        <p:spPr>
          <a:xfrm>
            <a:off x="838200" y="6356350"/>
            <a:ext cx="2743200" cy="365125"/>
          </a:xfrm>
          <a:prstGeom prst="rect">
            <a:avLst/>
          </a:prstGeom>
          <a:noFill/>
          <a:ln w="12700">
            <a:noFill/>
            <a:prstDash val="solid"/>
          </a:ln>
        </p:spPr>
        <p:txBody>
          <a:bodyPr lIns="91440" tIns="45720" rIns="91440" bIns="45720" anchor="ctr"/>
          <a:lstStyle>
            <a:lvl1pPr algn="l">
              <a:lnSpc>
                <a:spcPct val="100000"/>
              </a:lnSpc>
              <a:defRPr sz="1200" b="0" i="0" u="none" strike="noStrike" spc="0">
                <a:solidFill>
                  <a:srgbClr val="898989">
                    <a:alpha val="100000"/>
                  </a:srgbClr>
                </a:solidFill>
                <a:latin typeface="Calibri"/>
              </a:defRPr>
            </a:lvl1pPr>
          </a:lstStyle>
          <a:p>
            <a:pPr algn="l"/>
          </a:p>
        </p:txBody>
      </p:sp>
      <p:sp>
        <p:nvSpPr>
          <p:cNvPr id="8" name="AutoShape 8"/>
          <p:cNvSpPr/>
          <p:nvPr>
            <p:ph type="body" sz="quarter" idx="33" hasCustomPrompt="1"/>
          </p:nvPr>
        </p:nvSpPr>
        <p:spPr>
          <a:xfrm>
            <a:off x="4038600" y="6356350"/>
            <a:ext cx="4114800" cy="365125"/>
          </a:xfrm>
          <a:prstGeom prst="rect">
            <a:avLst/>
          </a:prstGeom>
          <a:noFill/>
          <a:ln w="12700">
            <a:noFill/>
            <a:prstDash val="solid"/>
          </a:ln>
        </p:spPr>
        <p:txBody>
          <a:bodyPr vert="horz" lIns="91440" tIns="45720" rIns="91440" bIns="45720" anchor="ct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898989"/>
                </a:solidFill>
                <a:latin typeface="Calibri"/>
                <a:ea typeface="Calibri"/>
                <a:cs typeface="Calibri"/>
                <a:sym typeface="Calibri"/>
              </a:rPr>
              <a:t>页脚</a:t>
            </a:r>
            <a:endParaRPr lang="en-US" sz="1200" b="0" i="0" u="none" strike="noStrike">
              <a:solidFill>
                <a:srgbClr val="898989"/>
              </a:solidFill>
              <a:latin typeface="Calibri"/>
              <a:ea typeface="Calibri"/>
              <a:cs typeface="Calibri"/>
              <a:sym typeface="Calibri"/>
            </a:endParaRPr>
          </a:p>
        </p:txBody>
      </p:sp>
      <p:sp>
        <p:nvSpPr>
          <p:cNvPr id="9" name="AutoShape 9"/>
          <p:cNvSpPr/>
          <p:nvPr>
            <p:ph type="body" sz="quarter" idx="34"/>
          </p:nvPr>
        </p:nvSpPr>
        <p:spPr>
          <a:xfrm>
            <a:off x="8610600" y="6356350"/>
            <a:ext cx="2743200" cy="365125"/>
          </a:xfrm>
          <a:prstGeom prst="rect">
            <a:avLst/>
          </a:prstGeom>
          <a:noFill/>
          <a:ln w="12700">
            <a:noFill/>
            <a:prstDash val="solid"/>
          </a:ln>
        </p:spPr>
        <p:txBody>
          <a:bodyPr lIns="91440" tIns="45720" rIns="91440" bIns="45720" anchor="ctr"/>
          <a:lstStyle>
            <a:lvl1pPr algn="r">
              <a:lnSpc>
                <a:spcPct val="100000"/>
              </a:lnSpc>
              <a:defRPr sz="1200" b="0" i="0" u="none" strike="noStrike" spc="0">
                <a:solidFill>
                  <a:srgbClr val="898989">
                    <a:alpha val="100000"/>
                  </a:srgbClr>
                </a:solidFill>
                <a:latin typeface="Calibri"/>
              </a:defRPr>
            </a:lvl1pPr>
          </a:lstStyle>
          <a:p>
            <a:pPr algn="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p:nvPr>
            <p:ph type="body" sz="quarter" idx="35" hasCustomPrompt="1"/>
          </p:nvPr>
        </p:nvSpPr>
        <p:spPr>
          <a:xfrm>
            <a:off x="838200" y="365125"/>
            <a:ext cx="10515600" cy="1325563"/>
          </a:xfrm>
          <a:prstGeom prst="rect">
            <a:avLst/>
          </a:prstGeom>
          <a:noFill/>
          <a:ln w="12700">
            <a:noFill/>
            <a:prstDash val="solid"/>
          </a:ln>
        </p:spPr>
        <p:txBody>
          <a:bodyPr lIns="91440" tIns="45720" rIns="91440" bIns="45720" anchor="ctr"/>
          <a:lstStyle>
            <a:lvl1pPr algn="l">
              <a:lnSpc>
                <a:spcPct val="92000"/>
              </a:lnSpc>
              <a:defRPr sz="4400" b="0" i="0" u="none" strike="noStrike" spc="0">
                <a:solidFill>
                  <a:srgbClr val="000000">
                    <a:alpha val="100000"/>
                  </a:srgbClr>
                </a:solidFill>
                <a:latin typeface="Noto Sans SC"/>
              </a:defRPr>
            </a:lvl1pPr>
          </a:lstStyle>
          <a:p>
            <a:pPr indent="0" algn="l">
              <a:lnSpc>
                <a:spcPct val="92000"/>
              </a:lnSpc>
            </a:pPr>
            <a:r>
              <a:rPr lang="en-US" sz="4400" b="0" i="0" u="none" strike="noStrike">
                <a:solidFill>
                  <a:srgbClr val="000000"/>
                </a:solidFill>
                <a:latin typeface="Noto Sans SC"/>
                <a:ea typeface="Noto Sans SC"/>
                <a:cs typeface="Noto Sans SC"/>
                <a:sym typeface="Noto Sans SC"/>
              </a:rPr>
              <a:t>单击此处编辑母版标题样式</a:t>
            </a:r>
            <a:endParaRPr lang="en-US" sz="4400" b="0" i="0" u="none" strike="noStrike">
              <a:solidFill>
                <a:srgbClr val="000000"/>
              </a:solidFill>
              <a:latin typeface="Noto Sans SC"/>
              <a:ea typeface="Noto Sans SC"/>
              <a:cs typeface="Noto Sans SC"/>
              <a:sym typeface="Noto Sans SC"/>
            </a:endParaRPr>
          </a:p>
        </p:txBody>
      </p:sp>
      <p:sp>
        <p:nvSpPr>
          <p:cNvPr id="3" name="AutoShape 3"/>
          <p:cNvSpPr/>
          <p:nvPr>
            <p:ph type="body" sz="quarter" idx="36"/>
          </p:nvPr>
        </p:nvSpPr>
        <p:spPr>
          <a:xfrm>
            <a:off x="838200" y="6356350"/>
            <a:ext cx="2743200" cy="365125"/>
          </a:xfrm>
          <a:prstGeom prst="rect">
            <a:avLst/>
          </a:prstGeom>
          <a:noFill/>
          <a:ln w="12700">
            <a:noFill/>
            <a:prstDash val="solid"/>
          </a:ln>
        </p:spPr>
        <p:txBody>
          <a:bodyPr lIns="91440" tIns="45720" rIns="91440" bIns="45720" anchor="ctr"/>
          <a:lstStyle>
            <a:lvl1pPr algn="l">
              <a:lnSpc>
                <a:spcPct val="100000"/>
              </a:lnSpc>
              <a:defRPr sz="1200" b="0" i="0" u="none" strike="noStrike" spc="0">
                <a:solidFill>
                  <a:srgbClr val="898989">
                    <a:alpha val="100000"/>
                  </a:srgbClr>
                </a:solidFill>
                <a:latin typeface="Calibri"/>
              </a:defRPr>
            </a:lvl1pPr>
          </a:lstStyle>
          <a:p>
            <a:pPr algn="l"/>
          </a:p>
        </p:txBody>
      </p:sp>
      <p:sp>
        <p:nvSpPr>
          <p:cNvPr id="4" name="AutoShape 4"/>
          <p:cNvSpPr/>
          <p:nvPr>
            <p:ph type="body" sz="quarter" idx="37" hasCustomPrompt="1"/>
          </p:nvPr>
        </p:nvSpPr>
        <p:spPr>
          <a:xfrm>
            <a:off x="4038600" y="6356350"/>
            <a:ext cx="4114800" cy="365125"/>
          </a:xfrm>
          <a:prstGeom prst="rect">
            <a:avLst/>
          </a:prstGeom>
          <a:noFill/>
          <a:ln w="12700">
            <a:noFill/>
            <a:prstDash val="solid"/>
          </a:ln>
        </p:spPr>
        <p:txBody>
          <a:bodyPr vert="horz" lIns="91440" tIns="45720" rIns="91440" bIns="45720" anchor="ct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898989"/>
                </a:solidFill>
                <a:latin typeface="Calibri"/>
                <a:ea typeface="Calibri"/>
                <a:cs typeface="Calibri"/>
                <a:sym typeface="Calibri"/>
              </a:rPr>
              <a:t>页脚</a:t>
            </a:r>
            <a:endParaRPr lang="en-US" sz="1200" b="0" i="0" u="none" strike="noStrike">
              <a:solidFill>
                <a:srgbClr val="898989"/>
              </a:solidFill>
              <a:latin typeface="Calibri"/>
              <a:ea typeface="Calibri"/>
              <a:cs typeface="Calibri"/>
              <a:sym typeface="Calibri"/>
            </a:endParaRPr>
          </a:p>
        </p:txBody>
      </p:sp>
      <p:sp>
        <p:nvSpPr>
          <p:cNvPr id="5" name="AutoShape 5"/>
          <p:cNvSpPr/>
          <p:nvPr>
            <p:ph type="body" sz="quarter" idx="38"/>
          </p:nvPr>
        </p:nvSpPr>
        <p:spPr>
          <a:xfrm>
            <a:off x="8610600" y="6356350"/>
            <a:ext cx="2743200" cy="365125"/>
          </a:xfrm>
          <a:prstGeom prst="rect">
            <a:avLst/>
          </a:prstGeom>
          <a:noFill/>
          <a:ln w="12700">
            <a:noFill/>
            <a:prstDash val="solid"/>
          </a:ln>
        </p:spPr>
        <p:txBody>
          <a:bodyPr lIns="91440" tIns="45720" rIns="91440" bIns="45720" anchor="ctr"/>
          <a:lstStyle>
            <a:lvl1pPr algn="r">
              <a:lnSpc>
                <a:spcPct val="100000"/>
              </a:lnSpc>
              <a:defRPr sz="1200" b="0" i="0" u="none" strike="noStrike" spc="0">
                <a:solidFill>
                  <a:srgbClr val="898989">
                    <a:alpha val="100000"/>
                  </a:srgbClr>
                </a:solidFill>
                <a:latin typeface="Calibri"/>
              </a:defRPr>
            </a:lvl1pPr>
          </a:lstStyle>
          <a:p>
            <a:pPr algn="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p:nvPr>
            <p:ph type="body" sz="quarter" idx="39"/>
          </p:nvPr>
        </p:nvSpPr>
        <p:spPr>
          <a:xfrm>
            <a:off x="838200" y="6356350"/>
            <a:ext cx="2743200" cy="365125"/>
          </a:xfrm>
          <a:prstGeom prst="rect">
            <a:avLst/>
          </a:prstGeom>
          <a:noFill/>
          <a:ln w="12700">
            <a:noFill/>
            <a:prstDash val="solid"/>
          </a:ln>
        </p:spPr>
        <p:txBody>
          <a:bodyPr lIns="91440" tIns="45720" rIns="91440" bIns="45720" anchor="ctr"/>
          <a:lstStyle>
            <a:lvl1pPr algn="l">
              <a:lnSpc>
                <a:spcPct val="100000"/>
              </a:lnSpc>
              <a:defRPr sz="1200" b="0" i="0" u="none" strike="noStrike" spc="0">
                <a:solidFill>
                  <a:srgbClr val="898989">
                    <a:alpha val="100000"/>
                  </a:srgbClr>
                </a:solidFill>
                <a:latin typeface="Calibri"/>
              </a:defRPr>
            </a:lvl1pPr>
          </a:lstStyle>
          <a:p>
            <a:pPr algn="l"/>
          </a:p>
        </p:txBody>
      </p:sp>
      <p:sp>
        <p:nvSpPr>
          <p:cNvPr id="3" name="AutoShape 3"/>
          <p:cNvSpPr/>
          <p:nvPr>
            <p:ph type="body" sz="quarter" idx="40" hasCustomPrompt="1"/>
          </p:nvPr>
        </p:nvSpPr>
        <p:spPr>
          <a:xfrm>
            <a:off x="4038600" y="6356350"/>
            <a:ext cx="4114800" cy="365125"/>
          </a:xfrm>
          <a:prstGeom prst="rect">
            <a:avLst/>
          </a:prstGeom>
          <a:noFill/>
          <a:ln w="12700">
            <a:noFill/>
            <a:prstDash val="solid"/>
          </a:ln>
        </p:spPr>
        <p:txBody>
          <a:bodyPr vert="horz" lIns="91440" tIns="45720" rIns="91440" bIns="45720" anchor="ct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898989"/>
                </a:solidFill>
                <a:latin typeface="Calibri"/>
                <a:ea typeface="Calibri"/>
                <a:cs typeface="Calibri"/>
                <a:sym typeface="Calibri"/>
              </a:rPr>
              <a:t>页脚</a:t>
            </a:r>
            <a:endParaRPr lang="en-US" sz="1200" b="0" i="0" u="none" strike="noStrike">
              <a:solidFill>
                <a:srgbClr val="898989"/>
              </a:solidFill>
              <a:latin typeface="Calibri"/>
              <a:ea typeface="Calibri"/>
              <a:cs typeface="Calibri"/>
              <a:sym typeface="Calibri"/>
            </a:endParaRPr>
          </a:p>
        </p:txBody>
      </p:sp>
      <p:sp>
        <p:nvSpPr>
          <p:cNvPr id="4" name="AutoShape 4"/>
          <p:cNvSpPr/>
          <p:nvPr>
            <p:ph type="body" sz="quarter" idx="41"/>
          </p:nvPr>
        </p:nvSpPr>
        <p:spPr>
          <a:xfrm>
            <a:off x="8610600" y="6356350"/>
            <a:ext cx="2743200" cy="365125"/>
          </a:xfrm>
          <a:prstGeom prst="rect">
            <a:avLst/>
          </a:prstGeom>
          <a:noFill/>
          <a:ln w="12700">
            <a:noFill/>
            <a:prstDash val="solid"/>
          </a:ln>
        </p:spPr>
        <p:txBody>
          <a:bodyPr lIns="91440" tIns="45720" rIns="91440" bIns="45720" anchor="ctr"/>
          <a:lstStyle>
            <a:lvl1pPr algn="r">
              <a:lnSpc>
                <a:spcPct val="100000"/>
              </a:lnSpc>
              <a:defRPr sz="1200" b="0" i="0" u="none" strike="noStrike" spc="0">
                <a:solidFill>
                  <a:srgbClr val="898989">
                    <a:alpha val="100000"/>
                  </a:srgbClr>
                </a:solidFill>
                <a:latin typeface="Calibri"/>
              </a:defRPr>
            </a:lvl1pPr>
          </a:lstStyle>
          <a:p>
            <a:pPr algn="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图片与标题">
    <p:spTree>
      <p:nvGrpSpPr>
        <p:cNvPr id="1" name=""/>
        <p:cNvGrpSpPr/>
        <p:nvPr/>
      </p:nvGrpSpPr>
      <p:grpSpPr>
        <a:xfrm>
          <a:off x="0" y="0"/>
          <a:ext cx="0" cy="0"/>
          <a:chOff x="0" y="0"/>
          <a:chExt cx="0" cy="0"/>
        </a:xfrm>
      </p:grpSpPr>
      <p:sp>
        <p:nvSpPr>
          <p:cNvPr id="2" name="AutoShape 2"/>
          <p:cNvSpPr/>
          <p:nvPr>
            <p:ph type="body" sz="quarter" idx="42" hasCustomPrompt="1"/>
          </p:nvPr>
        </p:nvSpPr>
        <p:spPr>
          <a:xfrm>
            <a:off x="839788" y="457200"/>
            <a:ext cx="4165349" cy="1600200"/>
          </a:xfrm>
          <a:prstGeom prst="rect">
            <a:avLst/>
          </a:prstGeom>
          <a:noFill/>
          <a:ln w="12700">
            <a:noFill/>
            <a:prstDash val="solid"/>
          </a:ln>
        </p:spPr>
        <p:txBody>
          <a:bodyPr lIns="91440" tIns="45720" rIns="91440" bIns="45720" anchor="b"/>
          <a:lstStyle>
            <a:lvl1pPr algn="l">
              <a:lnSpc>
                <a:spcPct val="92000"/>
              </a:lnSpc>
              <a:defRPr sz="3200" b="0" i="0" u="none" strike="noStrike" spc="0">
                <a:solidFill>
                  <a:srgbClr val="000000">
                    <a:alpha val="100000"/>
                  </a:srgbClr>
                </a:solidFill>
                <a:latin typeface="Noto Sans SC"/>
              </a:defRPr>
            </a:lvl1pPr>
          </a:lstStyle>
          <a:p>
            <a:pPr indent="0" algn="l">
              <a:lnSpc>
                <a:spcPct val="92000"/>
              </a:lnSpc>
            </a:pPr>
            <a:r>
              <a:rPr lang="en-US" sz="3200" b="0" i="0" u="none" strike="noStrike">
                <a:solidFill>
                  <a:srgbClr val="000000"/>
                </a:solidFill>
                <a:latin typeface="Noto Sans SC"/>
                <a:ea typeface="Noto Sans SC"/>
                <a:cs typeface="Noto Sans SC"/>
                <a:sym typeface="Noto Sans SC"/>
              </a:rPr>
              <a:t>单击此处编辑母版标题样式</a:t>
            </a:r>
            <a:endParaRPr lang="en-US" sz="3200" b="0" i="0" u="none" strike="noStrike">
              <a:solidFill>
                <a:srgbClr val="000000"/>
              </a:solidFill>
              <a:latin typeface="Noto Sans SC"/>
              <a:ea typeface="Noto Sans SC"/>
              <a:cs typeface="Noto Sans SC"/>
              <a:sym typeface="Noto Sans SC"/>
            </a:endParaRPr>
          </a:p>
        </p:txBody>
      </p:sp>
      <p:sp>
        <p:nvSpPr>
          <p:cNvPr id="3" name="AutoShape 3"/>
          <p:cNvSpPr/>
          <p:nvPr>
            <p:ph type="pic" sz="quarter" idx="43"/>
          </p:nvPr>
        </p:nvSpPr>
        <p:spPr>
          <a:xfrm>
            <a:off x="5183188" y="457201"/>
            <a:ext cx="6172200" cy="540385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a:defRPr>
            </a:lvl1pPr>
          </a:lstStyle>
          <a:p>
            <a:pPr algn="ctr"/>
          </a:p>
        </p:txBody>
      </p:sp>
      <p:sp>
        <p:nvSpPr>
          <p:cNvPr id="4" name="AutoShape 4"/>
          <p:cNvSpPr/>
          <p:nvPr>
            <p:ph type="body" sz="quarter" idx="44"/>
          </p:nvPr>
        </p:nvSpPr>
        <p:spPr>
          <a:xfrm>
            <a:off x="839788" y="2057400"/>
            <a:ext cx="4165349" cy="3811588"/>
          </a:xfrm>
          <a:prstGeom prst="rect">
            <a:avLst/>
          </a:prstGeom>
          <a:noFill/>
          <a:ln w="12700">
            <a:noFill/>
            <a:prstDash val="solid"/>
          </a:ln>
        </p:spPr>
        <p:txBody>
          <a:bodyPr lIns="91440" tIns="45720" rIns="91440" bIns="45720" anchor="t"/>
          <a:lstStyle>
            <a:lvl1pPr algn="l">
              <a:lnSpc>
                <a:spcPct val="92000"/>
              </a:lnSpc>
              <a:defRPr sz="2000" b="0" i="0" u="none" strike="noStrike" spc="0">
                <a:solidFill>
                  <a:srgbClr val="000000">
                    <a:alpha val="100000"/>
                  </a:srgbClr>
                </a:solidFill>
                <a:latin typeface="Noto Sans SC"/>
              </a:defRPr>
            </a:lvl1pPr>
          </a:lstStyle>
          <a:p>
            <a:pPr indent="0" algn="l">
              <a:lnSpc>
                <a:spcPct val="92000"/>
              </a:lnSpc>
            </a:pPr>
            <a:r>
              <a:rPr lang="en-US" sz="2000" b="0" i="0" u="none" strike="noStrike">
                <a:solidFill>
                  <a:srgbClr val="000000"/>
                </a:solidFill>
                <a:latin typeface="Noto Sans SC"/>
                <a:ea typeface="Noto Sans SC"/>
                <a:cs typeface="Noto Sans SC"/>
                <a:sym typeface="Noto Sans SC"/>
              </a:rPr>
              <a:t>单击此处编辑母版文本样式</a:t>
            </a:r>
            <a:endParaRPr lang="en-US" sz="2000" b="0" i="0" u="none" strike="noStrike">
              <a:solidFill>
                <a:srgbClr val="000000"/>
              </a:solidFill>
              <a:latin typeface="Noto Sans SC"/>
              <a:ea typeface="Noto Sans SC"/>
              <a:cs typeface="Noto Sans SC"/>
              <a:sym typeface="Noto Sans SC"/>
            </a:endParaRPr>
          </a:p>
        </p:txBody>
      </p:sp>
      <p:sp>
        <p:nvSpPr>
          <p:cNvPr id="5" name="AutoShape 5"/>
          <p:cNvSpPr/>
          <p:nvPr>
            <p:ph type="body" sz="quarter" idx="45"/>
          </p:nvPr>
        </p:nvSpPr>
        <p:spPr>
          <a:xfrm>
            <a:off x="838200" y="6356350"/>
            <a:ext cx="2743200" cy="365125"/>
          </a:xfrm>
          <a:prstGeom prst="rect">
            <a:avLst/>
          </a:prstGeom>
          <a:noFill/>
          <a:ln w="12700">
            <a:noFill/>
            <a:prstDash val="solid"/>
          </a:ln>
        </p:spPr>
        <p:txBody>
          <a:bodyPr lIns="91440" tIns="45720" rIns="91440" bIns="45720" anchor="ctr"/>
          <a:lstStyle>
            <a:lvl1pPr algn="l">
              <a:lnSpc>
                <a:spcPct val="100000"/>
              </a:lnSpc>
              <a:defRPr sz="1200" b="0" i="0" u="none" strike="noStrike" spc="0">
                <a:solidFill>
                  <a:srgbClr val="898989">
                    <a:alpha val="100000"/>
                  </a:srgbClr>
                </a:solidFill>
                <a:latin typeface="Calibri"/>
              </a:defRPr>
            </a:lvl1pPr>
          </a:lstStyle>
          <a:p>
            <a:pPr algn="l"/>
          </a:p>
        </p:txBody>
      </p:sp>
      <p:sp>
        <p:nvSpPr>
          <p:cNvPr id="6" name="AutoShape 6"/>
          <p:cNvSpPr/>
          <p:nvPr>
            <p:ph type="body" sz="quarter" idx="46" hasCustomPrompt="1"/>
          </p:nvPr>
        </p:nvSpPr>
        <p:spPr>
          <a:xfrm>
            <a:off x="4038600" y="6356350"/>
            <a:ext cx="4114800" cy="365125"/>
          </a:xfrm>
          <a:prstGeom prst="rect">
            <a:avLst/>
          </a:prstGeom>
          <a:noFill/>
          <a:ln w="12700">
            <a:noFill/>
            <a:prstDash val="solid"/>
          </a:ln>
        </p:spPr>
        <p:txBody>
          <a:bodyPr vert="horz" lIns="91440" tIns="45720" rIns="91440" bIns="45720" anchor="ct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898989"/>
                </a:solidFill>
                <a:latin typeface="Calibri"/>
                <a:ea typeface="Calibri"/>
                <a:cs typeface="Calibri"/>
                <a:sym typeface="Calibri"/>
              </a:rPr>
              <a:t>页脚</a:t>
            </a:r>
            <a:endParaRPr lang="en-US" sz="1200" b="0" i="0" u="none" strike="noStrike">
              <a:solidFill>
                <a:srgbClr val="898989"/>
              </a:solidFill>
              <a:latin typeface="Calibri"/>
              <a:ea typeface="Calibri"/>
              <a:cs typeface="Calibri"/>
              <a:sym typeface="Calibri"/>
            </a:endParaRPr>
          </a:p>
        </p:txBody>
      </p:sp>
      <p:sp>
        <p:nvSpPr>
          <p:cNvPr id="7" name="AutoShape 7"/>
          <p:cNvSpPr/>
          <p:nvPr>
            <p:ph type="body" sz="quarter" idx="47"/>
          </p:nvPr>
        </p:nvSpPr>
        <p:spPr>
          <a:xfrm>
            <a:off x="8610600" y="6356350"/>
            <a:ext cx="2743200" cy="365125"/>
          </a:xfrm>
          <a:prstGeom prst="rect">
            <a:avLst/>
          </a:prstGeom>
          <a:noFill/>
          <a:ln w="12700">
            <a:noFill/>
            <a:prstDash val="solid"/>
          </a:ln>
        </p:spPr>
        <p:txBody>
          <a:bodyPr lIns="91440" tIns="45720" rIns="91440" bIns="45720" anchor="ctr"/>
          <a:lstStyle>
            <a:lvl1pPr algn="r">
              <a:lnSpc>
                <a:spcPct val="100000"/>
              </a:lnSpc>
              <a:defRPr sz="1200" b="0" i="0" u="none" strike="noStrike" spc="0">
                <a:solidFill>
                  <a:srgbClr val="898989">
                    <a:alpha val="100000"/>
                  </a:srgbClr>
                </a:solidFill>
                <a:latin typeface="Calibri"/>
              </a:defRPr>
            </a:lvl1pPr>
          </a:lstStyle>
          <a:p>
            <a:pPr algn="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竖版">
    <p:spTree>
      <p:nvGrpSpPr>
        <p:cNvPr id="1" name=""/>
        <p:cNvGrpSpPr/>
        <p:nvPr/>
      </p:nvGrpSpPr>
      <p:grpSpPr>
        <a:xfrm>
          <a:off x="0" y="0"/>
          <a:ext cx="0" cy="0"/>
          <a:chOff x="0" y="0"/>
          <a:chExt cx="0" cy="0"/>
        </a:xfrm>
      </p:grpSpPr>
      <p:sp>
        <p:nvSpPr>
          <p:cNvPr id="2" name="AutoShape 2"/>
          <p:cNvSpPr/>
          <p:nvPr>
            <p:ph type="body" sz="quarter" idx="48" hasCustomPrompt="1"/>
          </p:nvPr>
        </p:nvSpPr>
        <p:spPr>
          <a:xfrm>
            <a:off x="8724900" y="365125"/>
            <a:ext cx="2628900" cy="5811838"/>
          </a:xfrm>
          <a:prstGeom prst="rect">
            <a:avLst/>
          </a:prstGeom>
          <a:noFill/>
          <a:ln w="12700">
            <a:noFill/>
            <a:prstDash val="solid"/>
          </a:ln>
        </p:spPr>
        <p:txBody>
          <a:bodyPr vert="eaVert" lIns="91440" tIns="45720" rIns="91440" bIns="45720" anchor="ctr"/>
          <a:lstStyle>
            <a:lvl1pPr algn="l">
              <a:lnSpc>
                <a:spcPct val="92000"/>
              </a:lnSpc>
              <a:defRPr sz="4400" b="0" i="0" u="none" strike="noStrike" spc="0">
                <a:solidFill>
                  <a:srgbClr val="000000">
                    <a:alpha val="100000"/>
                  </a:srgbClr>
                </a:solidFill>
                <a:latin typeface="Noto Sans SC"/>
              </a:defRPr>
            </a:lvl1pPr>
          </a:lstStyle>
          <a:p>
            <a:pPr indent="0" algn="l">
              <a:lnSpc>
                <a:spcPct val="92000"/>
              </a:lnSpc>
            </a:pPr>
            <a:r>
              <a:rPr lang="en-US" sz="4400" b="0" i="0" u="none" strike="noStrike">
                <a:solidFill>
                  <a:srgbClr val="000000"/>
                </a:solidFill>
                <a:latin typeface="Noto Sans SC"/>
                <a:ea typeface="Noto Sans SC"/>
                <a:cs typeface="Noto Sans SC"/>
                <a:sym typeface="Noto Sans SC"/>
              </a:rPr>
              <a:t>单击此处编辑母版标题样式</a:t>
            </a:r>
            <a:endParaRPr lang="en-US" sz="4400" b="0" i="0" u="none" strike="noStrike">
              <a:solidFill>
                <a:srgbClr val="000000"/>
              </a:solidFill>
              <a:latin typeface="Noto Sans SC"/>
              <a:ea typeface="Noto Sans SC"/>
              <a:cs typeface="Noto Sans SC"/>
              <a:sym typeface="Noto Sans SC"/>
            </a:endParaRPr>
          </a:p>
        </p:txBody>
      </p:sp>
      <p:sp>
        <p:nvSpPr>
          <p:cNvPr id="3" name="AutoShape 3"/>
          <p:cNvSpPr/>
          <p:nvPr>
            <p:ph type="body" sz="quarter" idx="49"/>
          </p:nvPr>
        </p:nvSpPr>
        <p:spPr>
          <a:xfrm>
            <a:off x="838200" y="365125"/>
            <a:ext cx="7734300" cy="5811838"/>
          </a:xfrm>
          <a:prstGeom prst="rect">
            <a:avLst/>
          </a:prstGeom>
          <a:noFill/>
          <a:ln w="12700">
            <a:noFill/>
            <a:prstDash val="solid"/>
          </a:ln>
        </p:spPr>
        <p:txBody>
          <a:bodyPr vert="eaVert" lIns="91440" tIns="45720" rIns="91440" bIns="45720" anchor="t"/>
          <a:lstStyle>
            <a:lvl1pPr algn="l">
              <a:lnSpc>
                <a:spcPct val="92000"/>
              </a:lnSpc>
              <a:defRPr sz="2800" b="0" i="0" u="none" strike="noStrike" spc="0">
                <a:solidFill>
                  <a:srgbClr val="000000">
                    <a:alpha val="100000"/>
                  </a:srgbClr>
                </a:solidFill>
                <a:latin typeface="Noto Sans SC"/>
              </a:defRPr>
            </a:lvl1pPr>
          </a:lstStyle>
          <a:p>
            <a:pPr marL="355600" indent="-355600" algn="l">
              <a:lnSpc>
                <a:spcPct val="92000"/>
              </a:lnSpc>
              <a:buClr>
                <a:srgbClr val="000000"/>
              </a:buClr>
              <a:buChar char="•"/>
            </a:pPr>
            <a:r>
              <a:rPr lang="en-US" sz="2800" b="0" i="0" u="none" strike="noStrike">
                <a:solidFill>
                  <a:srgbClr val="000000"/>
                </a:solidFill>
                <a:latin typeface="Noto Sans SC"/>
                <a:ea typeface="Noto Sans SC"/>
                <a:cs typeface="Noto Sans SC"/>
                <a:sym typeface="Noto Sans SC"/>
              </a:rPr>
              <a:t>单击此处编辑母版文本样式</a:t>
            </a:r>
            <a:endParaRPr lang="en-US" sz="2800" b="0" i="0" u="none" strike="noStrike">
              <a:solidFill>
                <a:srgbClr val="000000"/>
              </a:solidFill>
              <a:latin typeface="Noto Sans SC"/>
              <a:ea typeface="Noto Sans SC"/>
              <a:cs typeface="Noto Sans SC"/>
              <a:sym typeface="Noto Sans SC"/>
            </a:endParaRPr>
          </a:p>
          <a:p>
            <a:pPr marL="762000" lvl="1" indent="-304800" algn="l">
              <a:lnSpc>
                <a:spcPct val="92000"/>
              </a:lnSpc>
              <a:buClr>
                <a:srgbClr val="000000"/>
              </a:buClr>
              <a:buChar char="•"/>
            </a:pPr>
            <a:r>
              <a:rPr lang="en-US" sz="2400" b="0" i="0" u="none" strike="noStrike">
                <a:solidFill>
                  <a:srgbClr val="000000"/>
                </a:solidFill>
                <a:latin typeface="Noto Sans SC"/>
                <a:ea typeface="Noto Sans SC"/>
                <a:cs typeface="Noto Sans SC"/>
                <a:sym typeface="Noto Sans SC"/>
              </a:rPr>
              <a:t>第二级</a:t>
            </a:r>
            <a:endParaRPr lang="en-US" sz="2400" b="0" i="0" u="none" strike="noStrike">
              <a:solidFill>
                <a:srgbClr val="000000"/>
              </a:solidFill>
              <a:latin typeface="Noto Sans SC"/>
              <a:ea typeface="Noto Sans SC"/>
              <a:cs typeface="Noto Sans SC"/>
              <a:sym typeface="Noto Sans SC"/>
            </a:endParaRPr>
          </a:p>
          <a:p>
            <a:pPr marL="1168400" lvl="2" indent="-254000" algn="l">
              <a:lnSpc>
                <a:spcPct val="92000"/>
              </a:lnSpc>
              <a:buClr>
                <a:srgbClr val="000000"/>
              </a:buClr>
              <a:buChar char="•"/>
            </a:pPr>
            <a:r>
              <a:rPr lang="en-US" sz="2000" b="0" i="0" u="none" strike="noStrike">
                <a:solidFill>
                  <a:srgbClr val="000000"/>
                </a:solidFill>
                <a:latin typeface="Noto Sans SC"/>
                <a:ea typeface="Noto Sans SC"/>
                <a:cs typeface="Noto Sans SC"/>
                <a:sym typeface="Noto Sans SC"/>
              </a:rPr>
              <a:t>第三级</a:t>
            </a:r>
            <a:endParaRPr lang="en-US" sz="2000" b="0" i="0" u="none" strike="noStrike">
              <a:solidFill>
                <a:srgbClr val="000000"/>
              </a:solidFill>
              <a:latin typeface="Noto Sans SC"/>
              <a:ea typeface="Noto Sans SC"/>
              <a:cs typeface="Noto Sans SC"/>
              <a:sym typeface="Noto Sans SC"/>
            </a:endParaRPr>
          </a:p>
          <a:p>
            <a:pPr marL="1600200" lvl="3"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第四级</a:t>
            </a:r>
            <a:endParaRPr lang="en-US" sz="1800" b="0" i="0" u="none" strike="noStrike">
              <a:solidFill>
                <a:srgbClr val="000000"/>
              </a:solidFill>
              <a:latin typeface="Noto Sans SC"/>
              <a:ea typeface="Noto Sans SC"/>
              <a:cs typeface="Noto Sans SC"/>
              <a:sym typeface="Noto Sans SC"/>
            </a:endParaRPr>
          </a:p>
          <a:p>
            <a:pPr marL="2057400" lvl="4"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第五级</a:t>
            </a:r>
            <a:endParaRPr lang="en-US" sz="1800" b="0" i="0" u="none" strike="noStrike">
              <a:solidFill>
                <a:srgbClr val="000000"/>
              </a:solidFill>
              <a:latin typeface="Noto Sans SC"/>
              <a:ea typeface="Noto Sans SC"/>
              <a:cs typeface="Noto Sans SC"/>
              <a:sym typeface="Noto Sans SC"/>
            </a:endParaRPr>
          </a:p>
        </p:txBody>
      </p:sp>
      <p:sp>
        <p:nvSpPr>
          <p:cNvPr id="4" name="AutoShape 4"/>
          <p:cNvSpPr/>
          <p:nvPr>
            <p:ph type="body" sz="quarter" idx="50"/>
          </p:nvPr>
        </p:nvSpPr>
        <p:spPr>
          <a:xfrm>
            <a:off x="838200" y="6356350"/>
            <a:ext cx="2743200" cy="365125"/>
          </a:xfrm>
          <a:prstGeom prst="rect">
            <a:avLst/>
          </a:prstGeom>
          <a:noFill/>
          <a:ln w="12700">
            <a:noFill/>
            <a:prstDash val="solid"/>
          </a:ln>
        </p:spPr>
        <p:txBody>
          <a:bodyPr lIns="91440" tIns="45720" rIns="91440" bIns="45720" anchor="ctr"/>
          <a:lstStyle>
            <a:lvl1pPr algn="l">
              <a:lnSpc>
                <a:spcPct val="100000"/>
              </a:lnSpc>
              <a:defRPr sz="1200" b="0" i="0" u="none" strike="noStrike" spc="0">
                <a:solidFill>
                  <a:srgbClr val="898989">
                    <a:alpha val="100000"/>
                  </a:srgbClr>
                </a:solidFill>
                <a:latin typeface="Calibri"/>
              </a:defRPr>
            </a:lvl1pPr>
          </a:lstStyle>
          <a:p>
            <a:pPr algn="l"/>
          </a:p>
        </p:txBody>
      </p:sp>
      <p:sp>
        <p:nvSpPr>
          <p:cNvPr id="5" name="AutoShape 5"/>
          <p:cNvSpPr/>
          <p:nvPr>
            <p:ph type="body" sz="quarter" idx="51" hasCustomPrompt="1"/>
          </p:nvPr>
        </p:nvSpPr>
        <p:spPr>
          <a:xfrm>
            <a:off x="4038600" y="6356350"/>
            <a:ext cx="4114800" cy="365125"/>
          </a:xfrm>
          <a:prstGeom prst="rect">
            <a:avLst/>
          </a:prstGeom>
          <a:noFill/>
          <a:ln w="12700">
            <a:noFill/>
            <a:prstDash val="solid"/>
          </a:ln>
        </p:spPr>
        <p:txBody>
          <a:bodyPr vert="horz" lIns="91440" tIns="45720" rIns="91440" bIns="45720" anchor="ct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898989"/>
                </a:solidFill>
                <a:latin typeface="Calibri"/>
                <a:ea typeface="Calibri"/>
                <a:cs typeface="Calibri"/>
                <a:sym typeface="Calibri"/>
              </a:rPr>
              <a:t>页脚</a:t>
            </a:r>
            <a:endParaRPr lang="en-US" sz="1200" b="0" i="0" u="none" strike="noStrike">
              <a:solidFill>
                <a:srgbClr val="898989"/>
              </a:solidFill>
              <a:latin typeface="Calibri"/>
              <a:ea typeface="Calibri"/>
              <a:cs typeface="Calibri"/>
              <a:sym typeface="Calibri"/>
            </a:endParaRPr>
          </a:p>
        </p:txBody>
      </p:sp>
      <p:sp>
        <p:nvSpPr>
          <p:cNvPr id="6" name="AutoShape 6"/>
          <p:cNvSpPr/>
          <p:nvPr>
            <p:ph type="body" sz="quarter" idx="52"/>
          </p:nvPr>
        </p:nvSpPr>
        <p:spPr>
          <a:xfrm>
            <a:off x="8610600" y="6356350"/>
            <a:ext cx="2743200" cy="365125"/>
          </a:xfrm>
          <a:prstGeom prst="rect">
            <a:avLst/>
          </a:prstGeom>
          <a:noFill/>
          <a:ln w="12700">
            <a:noFill/>
            <a:prstDash val="solid"/>
          </a:ln>
        </p:spPr>
        <p:txBody>
          <a:bodyPr lIns="91440" tIns="45720" rIns="91440" bIns="45720" anchor="ctr"/>
          <a:lstStyle>
            <a:lvl1pPr algn="r">
              <a:lnSpc>
                <a:spcPct val="100000"/>
              </a:lnSpc>
              <a:defRPr sz="1200" b="0" i="0" u="none" strike="noStrike" spc="0">
                <a:solidFill>
                  <a:srgbClr val="898989">
                    <a:alpha val="100000"/>
                  </a:srgbClr>
                </a:solidFill>
                <a:latin typeface="Calibri"/>
              </a:defRPr>
            </a:lvl1pPr>
          </a:lstStyle>
          <a:p>
            <a:pPr algn="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内容">
    <p:spTree>
      <p:nvGrpSpPr>
        <p:cNvPr id="1" name=""/>
        <p:cNvGrpSpPr/>
        <p:nvPr/>
      </p:nvGrpSpPr>
      <p:grpSpPr>
        <a:xfrm>
          <a:off x="0" y="0"/>
          <a:ext cx="0" cy="0"/>
          <a:chOff x="0" y="0"/>
          <a:chExt cx="0" cy="0"/>
        </a:xfrm>
      </p:grpSpPr>
      <p:sp>
        <p:nvSpPr>
          <p:cNvPr id="2" name="AutoShape 2"/>
          <p:cNvSpPr/>
          <p:nvPr>
            <p:ph type="body" sz="quarter" idx="53"/>
          </p:nvPr>
        </p:nvSpPr>
        <p:spPr>
          <a:xfrm>
            <a:off x="838200" y="365125"/>
            <a:ext cx="10515600" cy="5811838"/>
          </a:xfrm>
          <a:prstGeom prst="rect">
            <a:avLst/>
          </a:prstGeom>
          <a:noFill/>
          <a:ln w="12700">
            <a:noFill/>
            <a:prstDash val="solid"/>
          </a:ln>
        </p:spPr>
        <p:txBody>
          <a:bodyPr lIns="91440" tIns="45720" rIns="91440" bIns="45720" anchor="t"/>
          <a:lstStyle>
            <a:lvl1pPr algn="l">
              <a:lnSpc>
                <a:spcPct val="92000"/>
              </a:lnSpc>
              <a:defRPr sz="2800" b="0" i="0" u="none" strike="noStrike" spc="0">
                <a:solidFill>
                  <a:srgbClr val="000000">
                    <a:alpha val="100000"/>
                  </a:srgbClr>
                </a:solidFill>
                <a:latin typeface="Noto Sans SC"/>
              </a:defRPr>
            </a:lvl1pPr>
          </a:lstStyle>
          <a:p>
            <a:pPr marL="355600" indent="-355600" algn="l">
              <a:lnSpc>
                <a:spcPct val="92000"/>
              </a:lnSpc>
              <a:buClr>
                <a:srgbClr val="000000"/>
              </a:buClr>
              <a:buChar char="•"/>
            </a:pPr>
            <a:r>
              <a:rPr lang="en-US" sz="2800" b="0" i="0" u="none" strike="noStrike">
                <a:solidFill>
                  <a:srgbClr val="000000"/>
                </a:solidFill>
                <a:latin typeface="Noto Sans SC"/>
                <a:ea typeface="Noto Sans SC"/>
                <a:cs typeface="Noto Sans SC"/>
                <a:sym typeface="Noto Sans SC"/>
              </a:rPr>
              <a:t>单击此处编辑母版文本样式</a:t>
            </a:r>
            <a:endParaRPr lang="en-US" sz="2800" b="0" i="0" u="none" strike="noStrike">
              <a:solidFill>
                <a:srgbClr val="000000"/>
              </a:solidFill>
              <a:latin typeface="Noto Sans SC"/>
              <a:ea typeface="Noto Sans SC"/>
              <a:cs typeface="Noto Sans SC"/>
              <a:sym typeface="Noto Sans SC"/>
            </a:endParaRPr>
          </a:p>
          <a:p>
            <a:pPr marL="762000" lvl="1" indent="-304800" algn="l">
              <a:lnSpc>
                <a:spcPct val="92000"/>
              </a:lnSpc>
              <a:buClr>
                <a:srgbClr val="000000"/>
              </a:buClr>
              <a:buChar char="•"/>
            </a:pPr>
            <a:r>
              <a:rPr lang="en-US" sz="2400" b="0" i="0" u="none" strike="noStrike">
                <a:solidFill>
                  <a:srgbClr val="000000"/>
                </a:solidFill>
                <a:latin typeface="Noto Sans SC"/>
                <a:ea typeface="Noto Sans SC"/>
                <a:cs typeface="Noto Sans SC"/>
                <a:sym typeface="Noto Sans SC"/>
              </a:rPr>
              <a:t>第二级</a:t>
            </a:r>
            <a:endParaRPr lang="en-US" sz="2400" b="0" i="0" u="none" strike="noStrike">
              <a:solidFill>
                <a:srgbClr val="000000"/>
              </a:solidFill>
              <a:latin typeface="Noto Sans SC"/>
              <a:ea typeface="Noto Sans SC"/>
              <a:cs typeface="Noto Sans SC"/>
              <a:sym typeface="Noto Sans SC"/>
            </a:endParaRPr>
          </a:p>
          <a:p>
            <a:pPr marL="1168400" lvl="2" indent="-254000" algn="l">
              <a:lnSpc>
                <a:spcPct val="92000"/>
              </a:lnSpc>
              <a:buClr>
                <a:srgbClr val="000000"/>
              </a:buClr>
              <a:buChar char="•"/>
            </a:pPr>
            <a:r>
              <a:rPr lang="en-US" sz="2000" b="0" i="0" u="none" strike="noStrike">
                <a:solidFill>
                  <a:srgbClr val="000000"/>
                </a:solidFill>
                <a:latin typeface="Noto Sans SC"/>
                <a:ea typeface="Noto Sans SC"/>
                <a:cs typeface="Noto Sans SC"/>
                <a:sym typeface="Noto Sans SC"/>
              </a:rPr>
              <a:t>第三级</a:t>
            </a:r>
            <a:endParaRPr lang="en-US" sz="2000" b="0" i="0" u="none" strike="noStrike">
              <a:solidFill>
                <a:srgbClr val="000000"/>
              </a:solidFill>
              <a:latin typeface="Noto Sans SC"/>
              <a:ea typeface="Noto Sans SC"/>
              <a:cs typeface="Noto Sans SC"/>
              <a:sym typeface="Noto Sans SC"/>
            </a:endParaRPr>
          </a:p>
          <a:p>
            <a:pPr marL="1600200" lvl="3"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第四级</a:t>
            </a:r>
            <a:endParaRPr lang="en-US" sz="1800" b="0" i="0" u="none" strike="noStrike">
              <a:solidFill>
                <a:srgbClr val="000000"/>
              </a:solidFill>
              <a:latin typeface="Noto Sans SC"/>
              <a:ea typeface="Noto Sans SC"/>
              <a:cs typeface="Noto Sans SC"/>
              <a:sym typeface="Noto Sans SC"/>
            </a:endParaRPr>
          </a:p>
          <a:p>
            <a:pPr marL="2057400" lvl="4" indent="-228600" algn="l">
              <a:lnSpc>
                <a:spcPct val="92000"/>
              </a:lnSpc>
              <a:buClr>
                <a:srgbClr val="000000"/>
              </a:buClr>
              <a:buChar char="•"/>
            </a:pPr>
            <a:r>
              <a:rPr lang="en-US" sz="1800" b="0" i="0" u="none" strike="noStrike">
                <a:solidFill>
                  <a:srgbClr val="000000"/>
                </a:solidFill>
                <a:latin typeface="Noto Sans SC"/>
                <a:ea typeface="Noto Sans SC"/>
                <a:cs typeface="Noto Sans SC"/>
                <a:sym typeface="Noto Sans SC"/>
              </a:rPr>
              <a:t>第五级</a:t>
            </a:r>
            <a:endParaRPr lang="en-US" sz="1800" b="0" i="0" u="none" strike="noStrike">
              <a:solidFill>
                <a:srgbClr val="000000"/>
              </a:solidFill>
              <a:latin typeface="Noto Sans SC"/>
              <a:ea typeface="Noto Sans SC"/>
              <a:cs typeface="Noto Sans SC"/>
              <a:sym typeface="Noto Sans SC"/>
            </a:endParaRPr>
          </a:p>
        </p:txBody>
      </p:sp>
      <p:sp>
        <p:nvSpPr>
          <p:cNvPr id="3" name="AutoShape 3"/>
          <p:cNvSpPr/>
          <p:nvPr>
            <p:ph type="body" sz="quarter" idx="54"/>
          </p:nvPr>
        </p:nvSpPr>
        <p:spPr>
          <a:xfrm>
            <a:off x="838200" y="6356350"/>
            <a:ext cx="2743200" cy="365125"/>
          </a:xfrm>
          <a:prstGeom prst="rect">
            <a:avLst/>
          </a:prstGeom>
          <a:noFill/>
          <a:ln w="12700">
            <a:noFill/>
            <a:prstDash val="solid"/>
          </a:ln>
        </p:spPr>
        <p:txBody>
          <a:bodyPr lIns="91440" tIns="45720" rIns="91440" bIns="45720" anchor="ctr"/>
          <a:lstStyle>
            <a:lvl1pPr algn="l">
              <a:lnSpc>
                <a:spcPct val="100000"/>
              </a:lnSpc>
              <a:defRPr sz="1200" b="0" i="0" u="none" strike="noStrike" spc="0">
                <a:solidFill>
                  <a:srgbClr val="898989">
                    <a:alpha val="100000"/>
                  </a:srgbClr>
                </a:solidFill>
                <a:latin typeface="Calibri"/>
              </a:defRPr>
            </a:lvl1pPr>
          </a:lstStyle>
          <a:p>
            <a:pPr algn="l"/>
          </a:p>
        </p:txBody>
      </p:sp>
      <p:sp>
        <p:nvSpPr>
          <p:cNvPr id="4" name="AutoShape 4"/>
          <p:cNvSpPr/>
          <p:nvPr>
            <p:ph type="body" sz="quarter" idx="55" hasCustomPrompt="1"/>
          </p:nvPr>
        </p:nvSpPr>
        <p:spPr>
          <a:xfrm>
            <a:off x="4038600" y="6356350"/>
            <a:ext cx="4114800" cy="365125"/>
          </a:xfrm>
          <a:prstGeom prst="rect">
            <a:avLst/>
          </a:prstGeom>
          <a:noFill/>
          <a:ln w="12700">
            <a:noFill/>
            <a:prstDash val="solid"/>
          </a:ln>
        </p:spPr>
        <p:txBody>
          <a:bodyPr vert="horz" lIns="91440" tIns="45720" rIns="91440" bIns="45720" anchor="ctr"/>
          <a:lstStyle>
            <a:lvl1pPr algn="ctr">
              <a:lnSpc>
                <a:spcPct val="100000"/>
              </a:lnSpc>
              <a:defRPr sz="1200" b="0" i="0" u="none" strike="noStrike" spc="0">
                <a:solidFill>
                  <a:srgbClr val="1F2329">
                    <a:alpha val="100000"/>
                  </a:srgbClr>
                </a:solidFill>
                <a:latin typeface="Noto Sans SC"/>
              </a:defRPr>
            </a:lvl1pPr>
          </a:lstStyle>
          <a:p>
            <a:pPr indent="0" algn="ctr">
              <a:lnSpc>
                <a:spcPct val="100000"/>
              </a:lnSpc>
            </a:pPr>
            <a:r>
              <a:rPr lang="en-US" sz="1200" b="0" i="0" u="none" strike="noStrike">
                <a:solidFill>
                  <a:srgbClr val="898989"/>
                </a:solidFill>
                <a:latin typeface="Calibri"/>
                <a:ea typeface="Calibri"/>
                <a:cs typeface="Calibri"/>
                <a:sym typeface="Calibri"/>
              </a:rPr>
              <a:t>页脚</a:t>
            </a:r>
            <a:endParaRPr lang="en-US" sz="1200" b="0" i="0" u="none" strike="noStrike">
              <a:solidFill>
                <a:srgbClr val="898989"/>
              </a:solidFill>
              <a:latin typeface="Calibri"/>
              <a:ea typeface="Calibri"/>
              <a:cs typeface="Calibri"/>
              <a:sym typeface="Calibri"/>
            </a:endParaRPr>
          </a:p>
        </p:txBody>
      </p:sp>
      <p:sp>
        <p:nvSpPr>
          <p:cNvPr id="5" name="AutoShape 5"/>
          <p:cNvSpPr/>
          <p:nvPr>
            <p:ph type="body" sz="quarter" idx="56"/>
          </p:nvPr>
        </p:nvSpPr>
        <p:spPr>
          <a:xfrm>
            <a:off x="8610600" y="6356350"/>
            <a:ext cx="2743200" cy="365125"/>
          </a:xfrm>
          <a:prstGeom prst="rect">
            <a:avLst/>
          </a:prstGeom>
          <a:noFill/>
          <a:ln w="12700">
            <a:noFill/>
            <a:prstDash val="solid"/>
          </a:ln>
        </p:spPr>
        <p:txBody>
          <a:bodyPr lIns="91440" tIns="45720" rIns="91440" bIns="45720" anchor="ctr"/>
          <a:lstStyle>
            <a:lvl1pPr algn="r">
              <a:lnSpc>
                <a:spcPct val="100000"/>
              </a:lnSpc>
              <a:defRPr sz="1200" b="0" i="0" u="none" strike="noStrike" spc="0">
                <a:solidFill>
                  <a:srgbClr val="898989">
                    <a:alpha val="100000"/>
                  </a:srgbClr>
                </a:solidFill>
                <a:latin typeface="Calibri"/>
              </a:defRPr>
            </a:lvl1pPr>
          </a:lstStyle>
          <a:p>
            <a:pPr algn="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image" Target="../media/image1.png"/><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fld>
            <a:endParaRPr lang="zh-CN"/>
          </a:p>
        </p:txBody>
      </p:sp>
      <p:pic>
        <p:nvPicPr>
          <p:cNvPr id="1" name="Picture 1"/>
          <p:cNvPicPr>
            <a:picLocks noChangeAspect="1"/>
          </p:cNvPicPr>
          <p:nvPr/>
        </p:nvPicPr>
        <p:blipFill>
          <a:blip r:embed="rId12"/>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pic>
        <p:nvPicPr>
          <p:cNvPr id="1" name="Picture 1"/>
          <p:cNvPicPr>
            <a:picLocks noChangeAspect="1"/>
          </p:cNvPicPr>
          <p:nvPr/>
        </p:nvPicPr>
        <p:blipFill>
          <a:blip r:embed="rId11"/>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3.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3.xml"/><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jpe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sp>
        <p:nvSpPr>
          <p:cNvPr id="3" name="AutoShape 3"/>
          <p:cNvSpPr/>
          <p:nvPr/>
        </p:nvSpPr>
        <p:spPr>
          <a:xfrm>
            <a:off x="2315226" y="2667000"/>
            <a:ext cx="7683500" cy="3060700"/>
          </a:xfrm>
          <a:prstGeom prst="rect">
            <a:avLst/>
          </a:prstGeom>
          <a:noFill/>
          <a:ln w="12700">
            <a:noFill/>
            <a:prstDash val="solid"/>
          </a:ln>
        </p:spPr>
        <p:txBody>
          <a:bodyPr wrap="square" lIns="0" tIns="0" rIns="0" bIns="0" rtlCol="0" anchor="t">
            <a:spAutoFit/>
          </a:bodyPr>
          <a:lstStyle/>
          <a:p>
            <a:pPr indent="0" algn="l">
              <a:lnSpc>
                <a:spcPct val="125000"/>
              </a:lnSpc>
              <a:defRPr/>
            </a:pPr>
            <a:r>
              <a:rPr lang="en-US" sz="1600" b="0" i="0" u="none" strike="noStrike">
                <a:solidFill>
                  <a:srgbClr val="1F2329"/>
                </a:solidFill>
                <a:latin typeface="Noto Sans SC"/>
                <a:ea typeface="Noto Sans SC"/>
                <a:cs typeface="Noto Sans SC"/>
                <a:sym typeface="Noto Sans SC"/>
              </a:rPr>
              <a:t>代码         </a:t>
            </a:r>
            <a:r>
              <a:rPr lang="en-US" sz="1600" b="0" i="0" u="none" strike="noStrike">
                <a:solidFill>
                  <a:srgbClr val="1F2329"/>
                </a:solidFill>
                <a:latin typeface="Noto Sans SC"/>
                <a:ea typeface="Noto Sans SC"/>
                <a:cs typeface="Noto Sans SC"/>
                <a:sym typeface="Noto Sans SC"/>
              </a:rPr>
              <a:t>https://github.com/johnma2006/mamba-minimal</a:t>
            </a:r>
            <a:endParaRPr lang="en-US" sz="1100"/>
          </a:p>
          <a:p>
            <a:pPr indent="0" algn="l">
              <a:lnSpc>
                <a:spcPct val="125000"/>
              </a:lnSpc>
            </a:pPr>
          </a:p>
          <a:p>
            <a:pPr indent="0" algn="l">
              <a:lnSpc>
                <a:spcPct val="125000"/>
              </a:lnSpc>
            </a:pPr>
            <a:r>
              <a:rPr lang="en-US" sz="1600" b="0" i="0" u="none" strike="noStrike">
                <a:solidFill>
                  <a:srgbClr val="1F2329"/>
                </a:solidFill>
                <a:latin typeface="Noto Sans SC"/>
                <a:ea typeface="Noto Sans SC"/>
                <a:cs typeface="Noto Sans SC"/>
                <a:sym typeface="Noto Sans SC"/>
              </a:rPr>
              <a:t>https://www.cnblogs.com/smartloli/p/18639878</a:t>
            </a:r>
            <a:endParaRPr lang="en-US" sz="1600" b="0" i="0" u="none" strike="noStrike">
              <a:solidFill>
                <a:srgbClr val="1F2329"/>
              </a:solidFill>
              <a:latin typeface="Noto Sans SC"/>
              <a:ea typeface="Noto Sans SC"/>
              <a:cs typeface="Noto Sans SC"/>
              <a:sym typeface="Noto Sans SC"/>
            </a:endParaRPr>
          </a:p>
          <a:p>
            <a:pPr indent="0" algn="l">
              <a:lnSpc>
                <a:spcPct val="125000"/>
              </a:lnSpc>
            </a:pPr>
          </a:p>
          <a:p>
            <a:pPr indent="0" algn="l">
              <a:lnSpc>
                <a:spcPct val="125000"/>
              </a:lnSpc>
            </a:pPr>
            <a:r>
              <a:rPr lang="en-US" sz="1600" b="0" i="0" u="none" strike="noStrike">
                <a:solidFill>
                  <a:srgbClr val="1F2329"/>
                </a:solidFill>
                <a:latin typeface="Noto Sans SC"/>
                <a:ea typeface="Noto Sans SC"/>
                <a:cs typeface="Noto Sans SC"/>
                <a:sym typeface="Noto Sans SC"/>
              </a:rPr>
              <a:t>https://www.ibm.com/cn-zh/think/topics/mamba-model</a:t>
            </a:r>
            <a:endParaRPr lang="en-US" sz="1600" b="0" i="0" u="none" strike="noStrike">
              <a:solidFill>
                <a:srgbClr val="1F2329"/>
              </a:solidFill>
              <a:latin typeface="Noto Sans SC"/>
              <a:ea typeface="Noto Sans SC"/>
              <a:cs typeface="Noto Sans SC"/>
              <a:sym typeface="Noto Sans SC"/>
            </a:endParaRPr>
          </a:p>
          <a:p>
            <a:pPr indent="0" algn="l">
              <a:lnSpc>
                <a:spcPct val="125000"/>
              </a:lnSpc>
            </a:pPr>
          </a:p>
          <a:p>
            <a:pPr indent="0" algn="l">
              <a:lnSpc>
                <a:spcPct val="125000"/>
              </a:lnSpc>
            </a:pPr>
          </a:p>
          <a:p>
            <a:pPr indent="0" algn="l">
              <a:lnSpc>
                <a:spcPct val="125000"/>
              </a:lnSpc>
            </a:pPr>
          </a:p>
          <a:p>
            <a:pPr indent="0" algn="l">
              <a:lnSpc>
                <a:spcPct val="125000"/>
              </a:lnSpc>
            </a:pPr>
          </a:p>
          <a:p>
            <a:pPr indent="0" algn="l">
              <a:lnSpc>
                <a:spcPct val="125000"/>
              </a:lnSpc>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sp>
        <p:nvSpPr>
          <p:cNvPr id="3" name="AutoShape 3"/>
          <p:cNvSpPr/>
          <p:nvPr/>
        </p:nvSpPr>
        <p:spPr>
          <a:xfrm>
            <a:off x="472696" y="745829"/>
            <a:ext cx="2463725" cy="800184"/>
          </a:xfrm>
          <a:prstGeom prst="roundRect">
            <a:avLst>
              <a:gd name="adj" fmla="val 0"/>
            </a:avLst>
          </a:prstGeom>
          <a:solidFill>
            <a:srgbClr val="DEE0E3">
              <a:alpha val="100000"/>
            </a:srgbClr>
          </a:solidFill>
          <a:ln w="25400">
            <a:noFill/>
            <a:prstDash val="solid"/>
          </a:ln>
        </p:spPr>
        <p:txBody>
          <a:bodyPr wrap="square" lIns="63500" tIns="63500" rIns="63500" bIns="63500" rtlCol="0" anchor="ctr"/>
          <a:lstStyle/>
          <a:p>
            <a:pPr indent="0" algn="ctr">
              <a:lnSpc>
                <a:spcPct val="125000"/>
              </a:lnSpc>
              <a:defRPr/>
            </a:pPr>
            <a:r>
              <a:rPr lang="en-US" sz="1400" b="0" i="0" u="none" strike="noStrike">
                <a:solidFill>
                  <a:srgbClr val="1F2329"/>
                </a:solidFill>
                <a:latin typeface="Noto Sans SC"/>
                <a:ea typeface="Noto Sans SC"/>
                <a:cs typeface="Noto Sans SC"/>
                <a:sym typeface="Noto Sans SC"/>
              </a:rPr>
              <a:t>分词器 tokenizer</a:t>
            </a:r>
            <a:endParaRPr lang="en-US" sz="1100"/>
          </a:p>
          <a:p>
            <a:pPr indent="0" algn="ctr">
              <a:lnSpc>
                <a:spcPct val="125000"/>
              </a:lnSpc>
            </a:pPr>
            <a:r>
              <a:rPr lang="en-US" sz="1400" b="0" i="0" u="none" strike="noStrike">
                <a:solidFill>
                  <a:srgbClr val="1F2329"/>
                </a:solidFill>
                <a:latin typeface="Noto Sans SC"/>
                <a:ea typeface="Noto Sans SC"/>
                <a:cs typeface="Noto Sans SC"/>
                <a:sym typeface="Noto Sans SC"/>
              </a:rPr>
              <a:t>'EleutherAI/gpt-neox-20b'</a:t>
            </a:r>
            <a:endParaRPr lang="en-US" sz="1400" b="0" i="0" u="none" strike="noStrike">
              <a:solidFill>
                <a:srgbClr val="1F2329"/>
              </a:solidFill>
              <a:latin typeface="Noto Sans SC"/>
              <a:ea typeface="Noto Sans SC"/>
              <a:cs typeface="Noto Sans SC"/>
              <a:sym typeface="Noto Sans SC"/>
            </a:endParaRPr>
          </a:p>
        </p:txBody>
      </p:sp>
      <p:sp>
        <p:nvSpPr>
          <p:cNvPr id="4" name="AutoShape 4"/>
          <p:cNvSpPr/>
          <p:nvPr/>
        </p:nvSpPr>
        <p:spPr>
          <a:xfrm>
            <a:off x="6318450" y="745829"/>
            <a:ext cx="1143000" cy="266700"/>
          </a:xfrm>
          <a:prstGeom prst="rect">
            <a:avLst/>
          </a:prstGeom>
          <a:noFill/>
          <a:ln w="12700">
            <a:noFill/>
            <a:prstDash val="solid"/>
          </a:ln>
        </p:spPr>
        <p:txBody>
          <a:bodyPr wrap="none" lIns="0" tIns="0" rIns="0" bIns="0" rtlCol="0" anchor="t"/>
          <a:lstStyle/>
          <a:p>
            <a:pPr indent="0" algn="l">
              <a:lnSpc>
                <a:spcPct val="125000"/>
              </a:lnSpc>
              <a:defRPr/>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'Mamba is the'</a:t>
            </a:r>
            <a:endParaRPr lang="en-US" sz="1100"/>
          </a:p>
        </p:txBody>
      </p:sp>
      <p:sp>
        <p:nvSpPr>
          <p:cNvPr id="5" name="AutoShape 5"/>
          <p:cNvSpPr/>
          <p:nvPr/>
        </p:nvSpPr>
        <p:spPr>
          <a:xfrm>
            <a:off x="472696" y="2903318"/>
            <a:ext cx="2832231" cy="800184"/>
          </a:xfrm>
          <a:prstGeom prst="roundRect">
            <a:avLst>
              <a:gd name="adj" fmla="val 0"/>
            </a:avLst>
          </a:prstGeom>
          <a:solidFill>
            <a:srgbClr val="DEE0E3">
              <a:alpha val="100000"/>
            </a:srgbClr>
          </a:solidFill>
          <a:ln w="25400">
            <a:noFill/>
            <a:prstDash val="solid"/>
          </a:ln>
        </p:spPr>
        <p:txBody>
          <a:bodyPr wrap="square" lIns="63500" tIns="63500" rIns="63500" bIns="63500" rtlCol="0" anchor="ctr"/>
          <a:lstStyle/>
          <a:p>
            <a:pPr indent="0" algn="ctr">
              <a:lnSpc>
                <a:spcPct val="125000"/>
              </a:lnSpc>
              <a:defRPr/>
            </a:pPr>
            <a:r>
              <a:rPr lang="en-US" sz="1400" b="0" i="0" u="none" strike="noStrike">
                <a:solidFill>
                  <a:srgbClr val="1F2329"/>
                </a:solidFill>
                <a:latin typeface="Noto Sans SC"/>
                <a:ea typeface="Noto Sans SC"/>
                <a:cs typeface="Noto Sans SC"/>
                <a:sym typeface="Noto Sans SC"/>
              </a:rPr>
              <a:t>模型 model</a:t>
            </a:r>
            <a:endParaRPr lang="en-US" sz="1100"/>
          </a:p>
          <a:p>
            <a:pPr indent="0" algn="ctr">
              <a:lnSpc>
                <a:spcPct val="125000"/>
              </a:lnSpc>
            </a:pPr>
            <a:r>
              <a:rPr lang="en-US" sz="1400" b="0" i="0" u="none" strike="noStrike">
                <a:solidFill>
                  <a:srgbClr val="1F2329"/>
                </a:solidFill>
                <a:latin typeface="Noto Sans SC"/>
                <a:ea typeface="Noto Sans SC"/>
                <a:cs typeface="Noto Sans SC"/>
                <a:sym typeface="Noto Sans SC"/>
              </a:rPr>
              <a:t>'state-spaces/mamba-370m'</a:t>
            </a:r>
            <a:endParaRPr lang="en-US" sz="1400" b="0" i="0" u="none" strike="noStrike">
              <a:solidFill>
                <a:srgbClr val="1F2329"/>
              </a:solidFill>
              <a:latin typeface="Noto Sans SC"/>
              <a:ea typeface="Noto Sans SC"/>
              <a:cs typeface="Noto Sans SC"/>
              <a:sym typeface="Noto Sans SC"/>
            </a:endParaRPr>
          </a:p>
        </p:txBody>
      </p:sp>
      <p:sp>
        <p:nvSpPr>
          <p:cNvPr id="6" name="AutoShape 6"/>
          <p:cNvSpPr/>
          <p:nvPr/>
        </p:nvSpPr>
        <p:spPr>
          <a:xfrm>
            <a:off x="5861450" y="2485036"/>
            <a:ext cx="2400300" cy="266700"/>
          </a:xfrm>
          <a:prstGeom prst="rect">
            <a:avLst/>
          </a:prstGeom>
          <a:noFill/>
          <a:ln w="12700">
            <a:noFill/>
            <a:prstDash val="solid"/>
          </a:ln>
        </p:spPr>
        <p:txBody>
          <a:bodyPr wrap="none" lIns="0" tIns="0" rIns="0" bIns="0" rtlCol="0" anchor="t"/>
          <a:lstStyle/>
          <a:p>
            <a:pPr indent="0" algn="l">
              <a:lnSpc>
                <a:spcPct val="125000"/>
              </a:lnSpc>
              <a:defRPr/>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tensor([[46, 31834, 310, 253]])</a:t>
            </a:r>
            <a:endParaRPr lang="en-US" sz="1100"/>
          </a:p>
        </p:txBody>
      </p:sp>
      <p:sp>
        <p:nvSpPr>
          <p:cNvPr id="7" name="AutoShape 7"/>
          <p:cNvSpPr/>
          <p:nvPr/>
        </p:nvSpPr>
        <p:spPr>
          <a:xfrm>
            <a:off x="5499500" y="4125382"/>
            <a:ext cx="2971800" cy="266700"/>
          </a:xfrm>
          <a:prstGeom prst="rect">
            <a:avLst/>
          </a:prstGeom>
          <a:noFill/>
          <a:ln w="12700">
            <a:noFill/>
            <a:prstDash val="solid"/>
          </a:ln>
        </p:spPr>
        <p:txBody>
          <a:bodyPr wrap="none" lIns="0" tIns="0" rIns="0" bIns="0" rtlCol="0" anchor="t"/>
          <a:lstStyle/>
          <a:p>
            <a:pPr indent="0" algn="l">
              <a:lnSpc>
                <a:spcPct val="125000"/>
              </a:lnSpc>
              <a:defRPr/>
            </a:pPr>
            <a:r>
              <a:rPr lang="en-US" sz="1400" b="0" i="0" u="none" strike="noStrike">
                <a:solidFill>
                  <a:srgbClr val="000000"/>
                </a:solidFill>
                <a:highlight>
                  <a:srgbClr val="FFFFFF">
                    <a:alpha val="100000"/>
                  </a:srgbClr>
                </a:highlight>
                <a:latin typeface="Noto Sans SC"/>
                <a:ea typeface="Noto Sans SC"/>
                <a:cs typeface="Noto Sans SC"/>
                <a:sym typeface="Noto Sans SC"/>
              </a:rPr>
              <a:t>probs.shape     torch.Size([1, 50280])</a:t>
            </a:r>
            <a:endParaRPr lang="en-US" sz="1100"/>
          </a:p>
        </p:txBody>
      </p:sp>
      <p:sp>
        <p:nvSpPr>
          <p:cNvPr id="8" name="AutoShape 8"/>
          <p:cNvSpPr/>
          <p:nvPr/>
        </p:nvSpPr>
        <p:spPr>
          <a:xfrm>
            <a:off x="2852192" y="4392082"/>
            <a:ext cx="1854200" cy="927100"/>
          </a:xfrm>
          <a:prstGeom prst="rect">
            <a:avLst/>
          </a:prstGeom>
          <a:noFill/>
          <a:ln w="12700">
            <a:noFill/>
            <a:prstDash val="solid"/>
          </a:ln>
        </p:spPr>
        <p:txBody>
          <a:bodyPr wrap="none" lIns="0" tIns="0" rIns="0" bIns="0" rtlCol="0" anchor="t"/>
          <a:lstStyle/>
          <a:p>
            <a:pPr indent="0" algn="l">
              <a:lnSpc>
                <a:spcPct val="125000"/>
              </a:lnSpc>
              <a:defRPr/>
            </a:pPr>
            <a:r>
              <a:rPr lang="en-US" sz="1600" b="0" i="0" u="none" strike="noStrike">
                <a:solidFill>
                  <a:srgbClr val="000000"/>
                </a:solidFill>
                <a:highlight>
                  <a:srgbClr val="FFFFFF">
                    <a:alpha val="100000"/>
                  </a:srgbClr>
                </a:highlight>
                <a:latin typeface="Noto Sans SC"/>
                <a:ea typeface="Noto Sans SC"/>
                <a:cs typeface="Noto Sans SC"/>
                <a:sym typeface="Noto Sans SC"/>
              </a:rPr>
              <a:t>取最大概率40归一化</a:t>
            </a:r>
            <a:endParaRPr lang="en-US" sz="1100"/>
          </a:p>
          <a:p>
            <a:pPr indent="0" algn="l">
              <a:lnSpc>
                <a:spcPct val="125000"/>
              </a:lnSpc>
            </a:pPr>
          </a:p>
          <a:p>
            <a:pPr indent="0" algn="l">
              <a:lnSpc>
                <a:spcPct val="125000"/>
              </a:lnSpc>
            </a:pPr>
            <a:r>
              <a:rPr lang="en-US" sz="1600" b="0" i="0" u="none" strike="noStrike">
                <a:solidFill>
                  <a:srgbClr val="000000"/>
                </a:solidFill>
                <a:highlight>
                  <a:srgbClr val="FFFFFF">
                    <a:alpha val="100000"/>
                  </a:srgbClr>
                </a:highlight>
                <a:latin typeface="Noto Sans SC"/>
                <a:ea typeface="Noto Sans SC"/>
                <a:cs typeface="Noto Sans SC"/>
                <a:sym typeface="Noto Sans SC"/>
              </a:rPr>
              <a:t>随机采样/贪心采样</a:t>
            </a:r>
            <a:endParaRPr lang="en-US" sz="1600" b="0" i="0" u="none" strike="noStrike">
              <a:solidFill>
                <a:srgbClr val="000000"/>
              </a:solidFill>
              <a:highlight>
                <a:srgbClr val="FFFFFF">
                  <a:alpha val="100000"/>
                </a:srgbClr>
              </a:highlight>
              <a:latin typeface="Noto Sans SC"/>
              <a:ea typeface="Noto Sans SC"/>
              <a:cs typeface="Noto Sans SC"/>
              <a:sym typeface="Noto Sans SC"/>
            </a:endParaRPr>
          </a:p>
        </p:txBody>
      </p:sp>
      <p:sp>
        <p:nvSpPr>
          <p:cNvPr id="9" name="AutoShape 9"/>
          <p:cNvSpPr/>
          <p:nvPr/>
        </p:nvSpPr>
        <p:spPr>
          <a:xfrm>
            <a:off x="3412991" y="6007763"/>
            <a:ext cx="1143000" cy="266700"/>
          </a:xfrm>
          <a:prstGeom prst="rect">
            <a:avLst/>
          </a:prstGeom>
          <a:noFill/>
          <a:ln w="12700">
            <a:noFill/>
            <a:prstDash val="solid"/>
          </a:ln>
        </p:spPr>
        <p:txBody>
          <a:bodyPr wrap="none" lIns="0" tIns="0" rIns="0" bIns="0" rtlCol="0" anchor="t"/>
          <a:lstStyle/>
          <a:p>
            <a:pPr indent="0" algn="l">
              <a:lnSpc>
                <a:spcPct val="125000"/>
              </a:lnSpc>
              <a:defRPr/>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'Mamba is the'</a:t>
            </a:r>
            <a:endParaRPr lang="en-US" sz="1100"/>
          </a:p>
        </p:txBody>
      </p:sp>
      <p:sp>
        <p:nvSpPr>
          <p:cNvPr id="10" name="AutoShape 10"/>
          <p:cNvSpPr/>
          <p:nvPr/>
        </p:nvSpPr>
        <p:spPr>
          <a:xfrm>
            <a:off x="8658777" y="5052482"/>
            <a:ext cx="2844800" cy="266700"/>
          </a:xfrm>
          <a:prstGeom prst="rect">
            <a:avLst/>
          </a:prstGeom>
          <a:noFill/>
          <a:ln w="12700">
            <a:noFill/>
            <a:prstDash val="solid"/>
          </a:ln>
        </p:spPr>
        <p:txBody>
          <a:bodyPr wrap="none" lIns="0" tIns="0" rIns="0" bIns="0" rtlCol="0" anchor="t"/>
          <a:lstStyle/>
          <a:p>
            <a:pPr indent="0" algn="l">
              <a:lnSpc>
                <a:spcPct val="125000"/>
              </a:lnSpc>
              <a:defRPr/>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tensor([[46, 31834, 310, 253, 806]]) </a:t>
            </a:r>
            <a:endParaRPr lang="en-US" sz="1100"/>
          </a:p>
        </p:txBody>
      </p:sp>
      <p:sp>
        <p:nvSpPr>
          <p:cNvPr id="11" name="AutoShape 11"/>
          <p:cNvSpPr/>
          <p:nvPr/>
        </p:nvSpPr>
        <p:spPr>
          <a:xfrm>
            <a:off x="6318450" y="1653921"/>
            <a:ext cx="1333900" cy="504111"/>
          </a:xfrm>
          <a:prstGeom prst="roundRect">
            <a:avLst>
              <a:gd name="adj" fmla="val 0"/>
            </a:avLst>
          </a:prstGeom>
          <a:solidFill>
            <a:srgbClr val="DEE0E3">
              <a:alpha val="100000"/>
            </a:srgbClr>
          </a:solidFill>
          <a:ln w="25400">
            <a:noFill/>
            <a:prstDash val="solid"/>
          </a:ln>
        </p:spPr>
        <p:txBody>
          <a:bodyPr wrap="square" lIns="63500" tIns="63500" rIns="63500" bIns="63500" rtlCol="0" anchor="ctr"/>
          <a:lstStyle/>
          <a:p>
            <a:pPr indent="0" algn="ctr">
              <a:lnSpc>
                <a:spcPct val="125000"/>
              </a:lnSpc>
              <a:defRPr/>
            </a:pPr>
            <a:r>
              <a:rPr lang="en-US" sz="1400" b="0" i="0" u="none" strike="noStrike">
                <a:solidFill>
                  <a:srgbClr val="1F2329"/>
                </a:solidFill>
                <a:latin typeface="Noto Sans SC"/>
                <a:ea typeface="Noto Sans SC"/>
                <a:cs typeface="Noto Sans SC"/>
                <a:sym typeface="Noto Sans SC"/>
              </a:rPr>
              <a:t>tokenizer</a:t>
            </a:r>
            <a:endParaRPr lang="en-US" sz="1100"/>
          </a:p>
        </p:txBody>
      </p:sp>
      <p:sp>
        <p:nvSpPr>
          <p:cNvPr id="12" name="AutoShape 12"/>
          <p:cNvSpPr/>
          <p:nvPr/>
        </p:nvSpPr>
        <p:spPr>
          <a:xfrm>
            <a:off x="735079" y="5637002"/>
            <a:ext cx="1333900" cy="504111"/>
          </a:xfrm>
          <a:prstGeom prst="roundRect">
            <a:avLst>
              <a:gd name="adj" fmla="val 0"/>
            </a:avLst>
          </a:prstGeom>
          <a:solidFill>
            <a:srgbClr val="DEE0E3">
              <a:alpha val="100000"/>
            </a:srgbClr>
          </a:solidFill>
          <a:ln w="25400">
            <a:noFill/>
            <a:prstDash val="solid"/>
          </a:ln>
        </p:spPr>
        <p:txBody>
          <a:bodyPr wrap="square" lIns="63500" tIns="63500" rIns="63500" bIns="63500" rtlCol="0" anchor="ctr"/>
          <a:lstStyle/>
          <a:p>
            <a:pPr indent="0" algn="ctr">
              <a:lnSpc>
                <a:spcPct val="125000"/>
              </a:lnSpc>
              <a:defRPr/>
            </a:pPr>
            <a:r>
              <a:rPr lang="en-US" sz="1400" b="0" i="0" u="none" strike="noStrike">
                <a:solidFill>
                  <a:srgbClr val="1F2329"/>
                </a:solidFill>
                <a:latin typeface="Noto Sans SC"/>
                <a:ea typeface="Noto Sans SC"/>
                <a:cs typeface="Noto Sans SC"/>
                <a:sym typeface="Noto Sans SC"/>
              </a:rPr>
              <a:t>tokenizer</a:t>
            </a:r>
            <a:endParaRPr lang="en-US" sz="1100"/>
          </a:p>
        </p:txBody>
      </p:sp>
      <p:sp>
        <p:nvSpPr>
          <p:cNvPr id="13" name="AutoShape 13"/>
          <p:cNvSpPr/>
          <p:nvPr/>
        </p:nvSpPr>
        <p:spPr>
          <a:xfrm>
            <a:off x="1291536" y="4946036"/>
            <a:ext cx="1333900" cy="504111"/>
          </a:xfrm>
          <a:prstGeom prst="roundRect">
            <a:avLst>
              <a:gd name="adj" fmla="val 0"/>
            </a:avLst>
          </a:prstGeom>
          <a:solidFill>
            <a:srgbClr val="DEE0E3">
              <a:alpha val="100000"/>
            </a:srgbClr>
          </a:solidFill>
          <a:ln w="25400">
            <a:noFill/>
            <a:prstDash val="solid"/>
          </a:ln>
        </p:spPr>
        <p:txBody>
          <a:bodyPr wrap="square" lIns="63500" tIns="63500" rIns="63500" bIns="63500" rtlCol="0" anchor="ctr"/>
          <a:lstStyle/>
          <a:p>
            <a:pPr indent="0" algn="ctr">
              <a:lnSpc>
                <a:spcPct val="125000"/>
              </a:lnSpc>
              <a:defRPr/>
            </a:pPr>
            <a:r>
              <a:rPr lang="en-US" sz="1400" b="0" i="0" u="none" strike="noStrike">
                <a:solidFill>
                  <a:srgbClr val="1F2329"/>
                </a:solidFill>
                <a:latin typeface="Noto Sans SC"/>
                <a:ea typeface="Noto Sans SC"/>
                <a:cs typeface="Noto Sans SC"/>
                <a:sym typeface="Noto Sans SC"/>
              </a:rPr>
              <a:t>tokenizer</a:t>
            </a:r>
            <a:endParaRPr lang="en-US" sz="1100"/>
          </a:p>
        </p:txBody>
      </p:sp>
      <p:sp>
        <p:nvSpPr>
          <p:cNvPr id="14" name="AutoShape 14"/>
          <p:cNvSpPr/>
          <p:nvPr/>
        </p:nvSpPr>
        <p:spPr>
          <a:xfrm>
            <a:off x="6254950" y="3186504"/>
            <a:ext cx="1333900" cy="504111"/>
          </a:xfrm>
          <a:prstGeom prst="roundRect">
            <a:avLst>
              <a:gd name="adj" fmla="val 0"/>
            </a:avLst>
          </a:prstGeom>
          <a:solidFill>
            <a:srgbClr val="DEE0E3">
              <a:alpha val="100000"/>
            </a:srgbClr>
          </a:solidFill>
          <a:ln w="25400">
            <a:noFill/>
            <a:prstDash val="solid"/>
          </a:ln>
        </p:spPr>
        <p:txBody>
          <a:bodyPr wrap="square" lIns="63500" tIns="63500" rIns="63500" bIns="63500" rtlCol="0" anchor="ctr"/>
          <a:lstStyle/>
          <a:p>
            <a:pPr indent="0" algn="ctr">
              <a:lnSpc>
                <a:spcPct val="125000"/>
              </a:lnSpc>
              <a:defRPr/>
            </a:pPr>
            <a:r>
              <a:rPr lang="en-US" sz="1400" b="0" i="0" u="none" strike="noStrike">
                <a:solidFill>
                  <a:srgbClr val="1F2329"/>
                </a:solidFill>
                <a:latin typeface="Noto Sans SC"/>
                <a:ea typeface="Noto Sans SC"/>
                <a:cs typeface="Noto Sans SC"/>
                <a:sym typeface="Noto Sans SC"/>
              </a:rPr>
              <a:t>model</a:t>
            </a:r>
            <a:endParaRPr lang="en-US" sz="1100"/>
          </a:p>
        </p:txBody>
      </p:sp>
      <p:sp>
        <p:nvSpPr>
          <p:cNvPr id="15" name="AutoShape 15"/>
          <p:cNvSpPr/>
          <p:nvPr/>
        </p:nvSpPr>
        <p:spPr>
          <a:xfrm>
            <a:off x="5861450" y="4855632"/>
            <a:ext cx="2103772" cy="504111"/>
          </a:xfrm>
          <a:prstGeom prst="roundRect">
            <a:avLst>
              <a:gd name="adj" fmla="val 0"/>
            </a:avLst>
          </a:prstGeom>
          <a:solidFill>
            <a:srgbClr val="DEE0E3">
              <a:alpha val="100000"/>
            </a:srgbClr>
          </a:solidFill>
          <a:ln w="25400">
            <a:noFill/>
            <a:prstDash val="solid"/>
          </a:ln>
        </p:spPr>
        <p:txBody>
          <a:bodyPr wrap="square" lIns="63500" tIns="63500" rIns="63500" bIns="63500" rtlCol="0" anchor="ctr"/>
          <a:lstStyle/>
          <a:p>
            <a:pPr indent="0" algn="ctr">
              <a:lnSpc>
                <a:spcPct val="125000"/>
              </a:lnSpc>
              <a:defRPr/>
            </a:pPr>
            <a:r>
              <a:rPr lang="en-US" sz="1400" b="0" i="0" u="none" strike="noStrike">
                <a:solidFill>
                  <a:srgbClr val="1F2329"/>
                </a:solidFill>
                <a:latin typeface="Noto Sans SC"/>
                <a:ea typeface="Noto Sans SC"/>
                <a:cs typeface="Noto Sans SC"/>
                <a:sym typeface="Noto Sans SC"/>
              </a:rPr>
              <a:t>取最大概率40归一化</a:t>
            </a:r>
            <a:endParaRPr lang="en-US" sz="1100"/>
          </a:p>
          <a:p>
            <a:pPr indent="0" algn="ctr">
              <a:lnSpc>
                <a:spcPct val="125000"/>
              </a:lnSpc>
            </a:pPr>
            <a:r>
              <a:rPr lang="en-US" sz="1400" b="0" i="0" u="none" strike="noStrike">
                <a:solidFill>
                  <a:srgbClr val="1F2329"/>
                </a:solidFill>
                <a:latin typeface="Noto Sans SC"/>
                <a:ea typeface="Noto Sans SC"/>
                <a:cs typeface="Noto Sans SC"/>
                <a:sym typeface="Noto Sans SC"/>
              </a:rPr>
              <a:t>随机采样/贪心采样</a:t>
            </a:r>
            <a:endParaRPr lang="en-US" sz="1400" b="0" i="0" u="none" strike="noStrike">
              <a:solidFill>
                <a:srgbClr val="1F2329"/>
              </a:solidFill>
              <a:latin typeface="Noto Sans SC"/>
              <a:ea typeface="Noto Sans SC"/>
              <a:cs typeface="Noto Sans SC"/>
              <a:sym typeface="Noto Sans SC"/>
            </a:endParaRPr>
          </a:p>
        </p:txBody>
      </p:sp>
      <p:cxnSp>
        <p:nvCxnSpPr>
          <p:cNvPr id="16" name="Connector 16"/>
          <p:cNvCxnSpPr/>
          <p:nvPr/>
        </p:nvCxnSpPr>
        <p:spPr>
          <a:xfrm rot="5221455" flipV="1">
            <a:off x="6698759" y="1309452"/>
            <a:ext cx="649482" cy="42541"/>
          </a:xfrm>
          <a:prstGeom prst="straightConnector1">
            <a:avLst/>
          </a:prstGeom>
          <a:solidFill>
            <a:srgbClr val="DEE0E3">
              <a:alpha val="100000"/>
            </a:srgbClr>
          </a:solidFill>
          <a:ln w="25400">
            <a:solidFill>
              <a:srgbClr val="2B2F36">
                <a:alpha val="100000"/>
              </a:srgbClr>
            </a:solidFill>
            <a:prstDash val="solid"/>
            <a:headEnd type="none" w="lg" len="lg"/>
            <a:tailEnd type="arrow" w="lg" len="lg"/>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pic>
        <p:nvPicPr>
          <p:cNvPr id="3" name="Picture 3"/>
          <p:cNvPicPr>
            <a:picLocks noChangeAspect="1"/>
          </p:cNvPicPr>
          <p:nvPr/>
        </p:nvPicPr>
        <p:blipFill>
          <a:blip r:embed="rId1"/>
          <a:srcRect l="-4734" r="-4734"/>
          <a:stretch>
            <a:fillRect/>
          </a:stretch>
        </p:blipFill>
        <p:spPr>
          <a:xfrm>
            <a:off x="4987124" y="848195"/>
            <a:ext cx="3434771" cy="4572000"/>
          </a:xfrm>
          <a:prstGeom prst="rect">
            <a:avLst/>
          </a:prstGeom>
          <a:ln>
            <a:noFill/>
            <a:prstDash val="solid"/>
          </a:ln>
        </p:spPr>
      </p:pic>
      <p:sp>
        <p:nvSpPr>
          <p:cNvPr id="4" name="AutoShape 4"/>
          <p:cNvSpPr/>
          <p:nvPr/>
        </p:nvSpPr>
        <p:spPr>
          <a:xfrm>
            <a:off x="525340" y="1716781"/>
            <a:ext cx="2463725" cy="800184"/>
          </a:xfrm>
          <a:prstGeom prst="roundRect">
            <a:avLst>
              <a:gd name="adj" fmla="val 0"/>
            </a:avLst>
          </a:prstGeom>
          <a:solidFill>
            <a:srgbClr val="DEE0E3">
              <a:alpha val="100000"/>
            </a:srgbClr>
          </a:solidFill>
          <a:ln w="25400">
            <a:noFill/>
            <a:prstDash val="solid"/>
          </a:ln>
        </p:spPr>
        <p:txBody>
          <a:bodyPr wrap="square" lIns="63500" tIns="63500" rIns="63500" bIns="63500" rtlCol="0" anchor="ctr"/>
          <a:lstStyle/>
          <a:p>
            <a:pPr indent="0" algn="ctr">
              <a:lnSpc>
                <a:spcPct val="125000"/>
              </a:lnSpc>
              <a:defRPr/>
            </a:pPr>
            <a:r>
              <a:rPr lang="en-US" sz="1400" b="0" i="0" u="none" strike="noStrike">
                <a:solidFill>
                  <a:srgbClr val="1F2329"/>
                </a:solidFill>
                <a:latin typeface="Noto Sans SC"/>
                <a:ea typeface="Noto Sans SC"/>
                <a:cs typeface="Noto Sans SC"/>
                <a:sym typeface="Noto Sans SC"/>
              </a:rPr>
              <a:t>分词器 tokenizer</a:t>
            </a:r>
            <a:endParaRPr lang="en-US" sz="1100"/>
          </a:p>
          <a:p>
            <a:pPr indent="0" algn="ctr">
              <a:lnSpc>
                <a:spcPct val="125000"/>
              </a:lnSpc>
            </a:pPr>
            <a:r>
              <a:rPr lang="en-US" sz="1400" b="0" i="0" u="none" strike="noStrike">
                <a:solidFill>
                  <a:srgbClr val="1F2329"/>
                </a:solidFill>
                <a:latin typeface="Noto Sans SC"/>
                <a:ea typeface="Noto Sans SC"/>
                <a:cs typeface="Noto Sans SC"/>
                <a:sym typeface="Noto Sans SC"/>
              </a:rPr>
              <a:t>'EleutherAI/gpt-neox-20b'</a:t>
            </a:r>
            <a:endParaRPr lang="en-US" sz="1400" b="0" i="0" u="none" strike="noStrike">
              <a:solidFill>
                <a:srgbClr val="1F2329"/>
              </a:solidFill>
              <a:latin typeface="Noto Sans SC"/>
              <a:ea typeface="Noto Sans SC"/>
              <a:cs typeface="Noto Sans SC"/>
              <a:sym typeface="Noto Sans SC"/>
            </a:endParaRPr>
          </a:p>
        </p:txBody>
      </p:sp>
      <p:sp>
        <p:nvSpPr>
          <p:cNvPr id="5" name="AutoShape 5"/>
          <p:cNvSpPr/>
          <p:nvPr/>
        </p:nvSpPr>
        <p:spPr>
          <a:xfrm>
            <a:off x="433214" y="3134195"/>
            <a:ext cx="2647978" cy="800184"/>
          </a:xfrm>
          <a:prstGeom prst="roundRect">
            <a:avLst>
              <a:gd name="adj" fmla="val 0"/>
            </a:avLst>
          </a:prstGeom>
          <a:solidFill>
            <a:srgbClr val="DEE0E3">
              <a:alpha val="100000"/>
            </a:srgbClr>
          </a:solidFill>
          <a:ln w="25400">
            <a:noFill/>
            <a:prstDash val="solid"/>
          </a:ln>
        </p:spPr>
        <p:txBody>
          <a:bodyPr wrap="square" lIns="63500" tIns="63500" rIns="63500" bIns="63500" rtlCol="0" anchor="ctr"/>
          <a:lstStyle/>
          <a:p>
            <a:pPr indent="0" algn="ctr">
              <a:lnSpc>
                <a:spcPct val="125000"/>
              </a:lnSpc>
              <a:defRPr/>
            </a:pPr>
            <a:r>
              <a:rPr lang="en-US" sz="1400" b="0" i="0" u="none" strike="noStrike">
                <a:solidFill>
                  <a:srgbClr val="1F2329"/>
                </a:solidFill>
                <a:latin typeface="Noto Sans SC"/>
                <a:ea typeface="Noto Sans SC"/>
                <a:cs typeface="Noto Sans SC"/>
                <a:sym typeface="Noto Sans SC"/>
              </a:rPr>
              <a:t>模型 model</a:t>
            </a:r>
            <a:endParaRPr lang="en-US" sz="1100"/>
          </a:p>
          <a:p>
            <a:pPr indent="0" algn="ctr">
              <a:lnSpc>
                <a:spcPct val="125000"/>
              </a:lnSpc>
            </a:pPr>
            <a:r>
              <a:rPr lang="en-US" sz="1400" b="0" i="0" u="none" strike="noStrike">
                <a:solidFill>
                  <a:srgbClr val="1F2329"/>
                </a:solidFill>
                <a:latin typeface="Noto Sans SC"/>
                <a:ea typeface="Noto Sans SC"/>
                <a:cs typeface="Noto Sans SC"/>
                <a:sym typeface="Noto Sans SC"/>
              </a:rPr>
              <a:t>'state-spaces/mamba-370m'</a:t>
            </a:r>
            <a:endParaRPr lang="en-US" sz="1400" b="0" i="0" u="none" strike="noStrike">
              <a:solidFill>
                <a:srgbClr val="1F2329"/>
              </a:solidFill>
              <a:latin typeface="Noto Sans SC"/>
              <a:ea typeface="Noto Sans SC"/>
              <a:cs typeface="Noto Sans SC"/>
              <a:sym typeface="Noto Sans S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sp>
        <p:nvSpPr>
          <p:cNvPr id="3" name="AutoShape 3"/>
          <p:cNvSpPr/>
          <p:nvPr/>
        </p:nvSpPr>
        <p:spPr>
          <a:xfrm>
            <a:off x="353906" y="919229"/>
            <a:ext cx="8001000" cy="4533900"/>
          </a:xfrm>
          <a:prstGeom prst="rect">
            <a:avLst/>
          </a:prstGeom>
          <a:noFill/>
          <a:ln w="12700">
            <a:noFill/>
            <a:prstDash val="solid"/>
          </a:ln>
        </p:spPr>
        <p:txBody>
          <a:bodyPr wrap="square" lIns="0" tIns="0" rIns="0" bIns="0" rtlCol="0" anchor="t"/>
          <a:lstStyle/>
          <a:p>
            <a:pPr indent="0" algn="l">
              <a:lnSpc>
                <a:spcPct val="125000"/>
              </a:lnSpc>
              <a:defRPr/>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Mamba(</a:t>
            </a:r>
            <a:endParaRPr lang="en-US" sz="1100"/>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a:t>
            </a:r>
            <a:r>
              <a:rPr lang="en-US" sz="1400" b="0" i="0" u="none" strike="noStrike">
                <a:solidFill>
                  <a:srgbClr val="898989"/>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(embedding): Embedding(50280, 1024)</a:t>
            </a:r>
            <a:endParaRPr lang="en-US" sz="1400" b="0" i="0" u="none" strike="noStrike">
              <a:solidFill>
                <a:srgbClr val="898989"/>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(layers): ModuleList(</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(0-47): 48 x ResidualBlock(</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(mixer): MambaBlock(</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FF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(in_proj): Linear(in_features=1024, out_features=4096, bias=False)</a:t>
            </a:r>
            <a:endParaRPr lang="en-US" sz="1400" b="0" i="0" u="none" strike="noStrike">
              <a:solidFill>
                <a:srgbClr val="FF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FF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(conv1d): Conv1d(2048, 2048, kernel_size=(4,), stride=(1,), padding=(3,), groups=2048)</a:t>
            </a:r>
            <a:endParaRPr lang="en-US" sz="1400" b="0" i="0" u="none" strike="noStrike">
              <a:solidFill>
                <a:srgbClr val="FF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FF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(x_proj): Linear(in_features=2048, out_features=96, bias=False)</a:t>
            </a:r>
            <a:endParaRPr lang="en-US" sz="1400" b="0" i="0" u="none" strike="noStrike">
              <a:solidFill>
                <a:srgbClr val="FF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FF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(dt_proj): Linear(in_features=64, out_features=2048, bias=True)</a:t>
            </a:r>
            <a:endParaRPr lang="en-US" sz="1400" b="0" i="0" u="none" strike="noStrike">
              <a:solidFill>
                <a:srgbClr val="FF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FF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(out_proj): Linear(in_features=2048, out_features=1024, bias=False)</a:t>
            </a:r>
            <a:endParaRPr lang="en-US" sz="1400" b="0" i="0" u="none" strike="noStrike">
              <a:solidFill>
                <a:srgbClr val="FF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(norm): RMSNorm()</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(norm_f): RMSNorm()</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(lm_head): Linear(in_features=1024, out_features=50280, bias=False)</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sp>
        <p:nvSpPr>
          <p:cNvPr id="3" name="AutoShape 3"/>
          <p:cNvSpPr/>
          <p:nvPr/>
        </p:nvSpPr>
        <p:spPr>
          <a:xfrm>
            <a:off x="566929" y="634953"/>
            <a:ext cx="11058141" cy="1333500"/>
          </a:xfrm>
          <a:prstGeom prst="rect">
            <a:avLst/>
          </a:prstGeom>
          <a:noFill/>
          <a:ln w="12700">
            <a:noFill/>
            <a:prstDash val="solid"/>
          </a:ln>
        </p:spPr>
        <p:txBody>
          <a:bodyPr wrap="square" lIns="0" tIns="0" rIns="0" bIns="0" rtlCol="0" anchor="t"/>
          <a:lstStyle/>
          <a:p>
            <a:pPr indent="0" algn="l">
              <a:lnSpc>
                <a:spcPct val="125000"/>
              </a:lnSpc>
              <a:defRPr/>
            </a:pPr>
            <a:r>
              <a:rPr lang="en-US" sz="1400" b="0" i="0" u="none" strike="noStrike">
                <a:solidFill>
                  <a:srgbClr val="000000"/>
                </a:solidFill>
                <a:highlight>
                  <a:srgbClr val="FFFFFF">
                    <a:alpha val="100000"/>
                  </a:srgbClr>
                </a:highlight>
                <a:latin typeface="Cambria"/>
                <a:ea typeface="Cambria"/>
                <a:cs typeface="Cambria"/>
                <a:sym typeface="Cambria"/>
              </a:rPr>
              <a:t>Mamba架构的方法思路：</a:t>
            </a:r>
            <a:endParaRPr lang="en-US" sz="1100"/>
          </a:p>
          <a:p>
            <a:pPr indent="0" algn="l">
              <a:lnSpc>
                <a:spcPct val="125000"/>
              </a:lnSpc>
            </a:pPr>
          </a:p>
          <a:p>
            <a:pPr indent="0" algn="l">
              <a:lnSpc>
                <a:spcPct val="125000"/>
              </a:lnSpc>
            </a:pPr>
            <a:r>
              <a:rPr lang="en-US" sz="1400" b="0" i="0" u="none" strike="noStrike">
                <a:solidFill>
                  <a:srgbClr val="000000"/>
                </a:solidFill>
                <a:highlight>
                  <a:srgbClr val="FFFFFF">
                    <a:alpha val="100000"/>
                  </a:srgbClr>
                </a:highlight>
                <a:latin typeface="Cambria"/>
                <a:ea typeface="Cambria"/>
                <a:cs typeface="Cambria"/>
                <a:sym typeface="Cambria"/>
              </a:rPr>
              <a:t>●选择性状态空间：Mamba </a:t>
            </a:r>
            <a:r>
              <a:rPr lang="en-US" sz="1400" b="0" i="0" u="none" strike="noStrike">
                <a:solidFill>
                  <a:srgbClr val="000000"/>
                </a:solidFill>
                <a:highlight>
                  <a:srgbClr val="FFFFFF">
                    <a:alpha val="100000"/>
                  </a:srgbClr>
                </a:highlight>
                <a:latin typeface="Cambria"/>
                <a:ea typeface="Cambria"/>
                <a:cs typeface="Cambria"/>
                <a:sym typeface="Cambria"/>
              </a:rPr>
              <a:t>引入</a:t>
            </a:r>
            <a:r>
              <a:rPr lang="en-US" sz="1400" b="0" i="0" u="none" strike="noStrike">
                <a:solidFill>
                  <a:srgbClr val="000000"/>
                </a:solidFill>
                <a:highlight>
                  <a:srgbClr val="FFFFFF">
                    <a:alpha val="100000"/>
                  </a:srgbClr>
                </a:highlight>
                <a:latin typeface="Cambria"/>
                <a:ea typeface="Cambria"/>
                <a:cs typeface="Cambria"/>
                <a:sym typeface="Cambria"/>
              </a:rPr>
              <a:t>选择性状态空间</a:t>
            </a:r>
            <a:r>
              <a:rPr lang="en-US" sz="1400" b="0" i="0" u="none" strike="noStrike">
                <a:solidFill>
                  <a:srgbClr val="000000"/>
                </a:solidFill>
                <a:highlight>
                  <a:srgbClr val="FFFFFF">
                    <a:alpha val="100000"/>
                  </a:srgbClr>
                </a:highlight>
                <a:latin typeface="Cambria"/>
                <a:ea typeface="Cambria"/>
                <a:cs typeface="Cambria"/>
                <a:sym typeface="Cambria"/>
              </a:rPr>
              <a:t>模型</a:t>
            </a:r>
            <a:r>
              <a:rPr lang="en-US" sz="1400" b="0" i="0" u="none" strike="noStrike">
                <a:solidFill>
                  <a:srgbClr val="000000"/>
                </a:solidFill>
                <a:highlight>
                  <a:srgbClr val="FFFFFF">
                    <a:alpha val="100000"/>
                  </a:srgbClr>
                </a:highlight>
                <a:latin typeface="Cambria"/>
                <a:ea typeface="Cambria"/>
                <a:cs typeface="Cambria"/>
                <a:sym typeface="Cambria"/>
              </a:rPr>
              <a:t>，更高效、更有效地捕捉长序列中的相关信息。</a:t>
            </a:r>
            <a:endParaRPr lang="en-US" sz="1400" b="0" i="0" u="none" strike="noStrike">
              <a:solidFill>
                <a:srgbClr val="000000"/>
              </a:solidFill>
              <a:highlight>
                <a:srgbClr val="FFFFFF">
                  <a:alpha val="100000"/>
                </a:srgbClr>
              </a:highlight>
              <a:latin typeface="Cambria"/>
              <a:ea typeface="Cambria"/>
              <a:cs typeface="Cambria"/>
              <a:sym typeface="Cambria"/>
            </a:endParaRPr>
          </a:p>
          <a:p>
            <a:pPr indent="0" algn="l">
              <a:lnSpc>
                <a:spcPct val="125000"/>
              </a:lnSpc>
            </a:pPr>
          </a:p>
          <a:p>
            <a:pPr indent="0" algn="l">
              <a:lnSpc>
                <a:spcPct val="125000"/>
              </a:lnSpc>
            </a:pPr>
            <a:r>
              <a:rPr lang="en-US" sz="1400" b="0" i="0" u="none" strike="noStrike">
                <a:solidFill>
                  <a:srgbClr val="000000"/>
                </a:solidFill>
                <a:highlight>
                  <a:srgbClr val="FFFFFF">
                    <a:alpha val="100000"/>
                  </a:srgbClr>
                </a:highlight>
                <a:latin typeface="Cambria"/>
                <a:ea typeface="Cambria"/>
                <a:cs typeface="Cambria"/>
                <a:sym typeface="Cambria"/>
              </a:rPr>
              <a:t>●线性时间复杂性：Mamba的运行时间与序列长度成线性关系。这一特性使其特别适用于超长序列的任务，而传统的模型在这方面会很吃力。</a:t>
            </a:r>
            <a:endParaRPr lang="en-US" sz="1400" b="0" i="0" u="none" strike="noStrike">
              <a:solidFill>
                <a:srgbClr val="000000"/>
              </a:solidFill>
              <a:highlight>
                <a:srgbClr val="FFFFFF">
                  <a:alpha val="100000"/>
                </a:srgbClr>
              </a:highlight>
              <a:latin typeface="Cambria"/>
              <a:ea typeface="Cambria"/>
              <a:cs typeface="Cambria"/>
              <a:sym typeface="Cambria"/>
            </a:endParaRPr>
          </a:p>
        </p:txBody>
      </p:sp>
      <p:sp>
        <p:nvSpPr>
          <p:cNvPr id="4" name="AutoShape 4"/>
          <p:cNvSpPr/>
          <p:nvPr/>
        </p:nvSpPr>
        <p:spPr>
          <a:xfrm>
            <a:off x="387350" y="2600795"/>
            <a:ext cx="11417300" cy="533400"/>
          </a:xfrm>
          <a:prstGeom prst="rect">
            <a:avLst/>
          </a:prstGeom>
          <a:noFill/>
          <a:ln w="12700">
            <a:noFill/>
            <a:prstDash val="solid"/>
          </a:ln>
        </p:spPr>
        <p:txBody>
          <a:bodyPr wrap="square" lIns="0" tIns="0" rIns="0" bIns="0" rtlCol="0" anchor="t"/>
          <a:lstStyle/>
          <a:p>
            <a:pPr indent="0" algn="l">
              <a:lnSpc>
                <a:spcPct val="125000"/>
              </a:lnSpc>
              <a:defRPr/>
            </a:pPr>
            <a:r>
              <a:rPr lang="en-US" sz="1400" b="0" i="0" u="none" strike="noStrike">
                <a:solidFill>
                  <a:srgbClr val="000000"/>
                </a:solidFill>
                <a:highlight>
                  <a:srgbClr val="FFFFFF">
                    <a:alpha val="0"/>
                  </a:srgbClr>
                </a:highlight>
              </a:rPr>
              <a:t>Transformer</a:t>
            </a:r>
            <a:r>
              <a:rPr lang="en-US" sz="1400" b="0" i="0" u="none" strike="noStrike">
                <a:solidFill>
                  <a:srgbClr val="000000"/>
                </a:solidFill>
                <a:highlight>
                  <a:srgbClr val="FFFFFF">
                    <a:alpha val="0"/>
                  </a:srgbClr>
                </a:highlight>
              </a:rPr>
              <a:t>每次生成新标记时，模型都需要重新计算整个序列的注意力。这意味着即使已经生成了一部分文本，模型也需要考虑到整个序列的上下文，重新评估每个标记之间的关系。这种计算开销随着序列长度的增加而加剧，影响生成效率。</a:t>
            </a:r>
            <a:endParaRPr lang="en-US" sz="1100"/>
          </a:p>
        </p:txBody>
      </p:sp>
      <p:pic>
        <p:nvPicPr>
          <p:cNvPr id="5" name="Picture 5"/>
          <p:cNvPicPr>
            <a:picLocks noChangeAspect="1"/>
          </p:cNvPicPr>
          <p:nvPr/>
        </p:nvPicPr>
        <p:blipFill>
          <a:blip r:embed="rId1"/>
          <a:stretch>
            <a:fillRect/>
          </a:stretch>
        </p:blipFill>
        <p:spPr>
          <a:xfrm>
            <a:off x="971626" y="3345330"/>
            <a:ext cx="10072116" cy="2685898"/>
          </a:xfrm>
          <a:prstGeom prst="rect">
            <a:avLst/>
          </a:prstGeom>
          <a:ln>
            <a:noFill/>
            <a:prstDash val="soli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pic>
        <p:nvPicPr>
          <p:cNvPr id="3" name="Picture 3"/>
          <p:cNvPicPr>
            <a:picLocks noChangeAspect="1"/>
          </p:cNvPicPr>
          <p:nvPr/>
        </p:nvPicPr>
        <p:blipFill>
          <a:blip r:embed="rId1"/>
          <a:srcRect l="13675" t="2653" r="4859" b="2204"/>
          <a:stretch>
            <a:fillRect/>
          </a:stretch>
        </p:blipFill>
        <p:spPr>
          <a:xfrm>
            <a:off x="0" y="423818"/>
            <a:ext cx="6390945" cy="4263713"/>
          </a:xfrm>
          <a:prstGeom prst="roundRect">
            <a:avLst>
              <a:gd name="adj" fmla="val 0"/>
            </a:avLst>
          </a:prstGeom>
          <a:ln>
            <a:noFill/>
            <a:prstDash val="solid"/>
          </a:ln>
        </p:spPr>
      </p:pic>
      <p:sp>
        <p:nvSpPr>
          <p:cNvPr id="4" name="AutoShape 4"/>
          <p:cNvSpPr/>
          <p:nvPr/>
        </p:nvSpPr>
        <p:spPr>
          <a:xfrm>
            <a:off x="6758354" y="523970"/>
            <a:ext cx="5235594" cy="3467100"/>
          </a:xfrm>
          <a:prstGeom prst="rect">
            <a:avLst/>
          </a:prstGeom>
          <a:noFill/>
          <a:ln w="12700">
            <a:noFill/>
            <a:prstDash val="solid"/>
          </a:ln>
        </p:spPr>
        <p:txBody>
          <a:bodyPr wrap="square" lIns="0" tIns="0" rIns="0" bIns="0" rtlCol="0" anchor="t"/>
          <a:lstStyle/>
          <a:p>
            <a:pPr indent="0" algn="l">
              <a:lnSpc>
                <a:spcPct val="125000"/>
              </a:lnSpc>
              <a:defRPr/>
            </a:pPr>
            <a:r>
              <a:rPr lang="en-US" sz="1400" b="0" i="0" u="none" strike="noStrike">
                <a:solidFill>
                  <a:srgbClr val="000000"/>
                </a:solidFill>
                <a:highlight>
                  <a:srgbClr val="FFFFFF">
                    <a:alpha val="0"/>
                  </a:srgbClr>
                </a:highlight>
              </a:rPr>
              <a:t>状态空间是一种数学工具，用来描述一个系统的所有可能状态。</a:t>
            </a:r>
            <a:endParaRPr lang="en-US" sz="1100"/>
          </a:p>
          <a:p>
            <a:pPr indent="0" algn="l">
              <a:lnSpc>
                <a:spcPct val="125000"/>
              </a:lnSpc>
            </a:pPr>
          </a:p>
          <a:p>
            <a:pPr indent="0" algn="l">
              <a:lnSpc>
                <a:spcPct val="125000"/>
              </a:lnSpc>
            </a:pPr>
            <a:r>
              <a:rPr lang="en-US" sz="1400" b="0" i="0" u="none" strike="noStrike">
                <a:solidFill>
                  <a:srgbClr val="000000"/>
                </a:solidFill>
                <a:highlight>
                  <a:srgbClr val="FFFFFF">
                    <a:alpha val="0"/>
                  </a:srgbClr>
                </a:highlight>
              </a:rPr>
              <a:t>在一个问题中，状态空间包含了系统所能达到的所有可能情形。</a:t>
            </a:r>
            <a:endParaRPr lang="en-US" sz="1400" b="0" i="0" u="none" strike="noStrike">
              <a:solidFill>
                <a:srgbClr val="000000"/>
              </a:solidFill>
              <a:highlight>
                <a:srgbClr val="FFFFFF">
                  <a:alpha val="0"/>
                </a:srgbClr>
              </a:highlight>
            </a:endParaRPr>
          </a:p>
          <a:p>
            <a:pPr indent="0" algn="l">
              <a:lnSpc>
                <a:spcPct val="125000"/>
              </a:lnSpc>
            </a:pPr>
          </a:p>
          <a:p>
            <a:pPr indent="0" algn="l">
              <a:lnSpc>
                <a:spcPct val="125000"/>
              </a:lnSpc>
            </a:pPr>
            <a:r>
              <a:rPr lang="en-US" sz="1400" b="0" i="0" u="none" strike="noStrike">
                <a:solidFill>
                  <a:srgbClr val="000000"/>
                </a:solidFill>
                <a:highlight>
                  <a:srgbClr val="FFFFFF">
                    <a:alpha val="0"/>
                  </a:srgbClr>
                </a:highlight>
              </a:rPr>
              <a:t>以迷宫为例，状态空间就像是迷宫中所有位置的地图，每个位置代表着一个状态。</a:t>
            </a:r>
            <a:endParaRPr lang="en-US" sz="1400" b="0" i="0" u="none" strike="noStrike">
              <a:solidFill>
                <a:srgbClr val="000000"/>
              </a:solidFill>
              <a:highlight>
                <a:srgbClr val="FFFFFF">
                  <a:alpha val="0"/>
                </a:srgbClr>
              </a:highlight>
            </a:endParaRPr>
          </a:p>
          <a:p>
            <a:pPr indent="0" algn="l">
              <a:lnSpc>
                <a:spcPct val="125000"/>
              </a:lnSpc>
            </a:pPr>
          </a:p>
          <a:p>
            <a:pPr indent="0" algn="l">
              <a:lnSpc>
                <a:spcPct val="125000"/>
              </a:lnSpc>
            </a:pPr>
            <a:r>
              <a:rPr lang="en-US" sz="1400" b="0" i="0" u="none" strike="noStrike">
                <a:solidFill>
                  <a:srgbClr val="000000"/>
                </a:solidFill>
                <a:highlight>
                  <a:srgbClr val="FFFFFF">
                    <a:alpha val="0"/>
                  </a:srgbClr>
                </a:highlight>
              </a:rPr>
              <a:t>状态空间表示则是对这张地图的简化，它不仅告诉你当前所处的位置，还会指示你能去的下一个位置以及如何从一个状态转移到另一个状态（例如，向右或向左）。</a:t>
            </a:r>
            <a:endParaRPr lang="en-US" sz="1400" b="0" i="0" u="none" strike="noStrike">
              <a:solidFill>
                <a:srgbClr val="000000"/>
              </a:solidFill>
              <a:highlight>
                <a:srgbClr val="FFFFFF">
                  <a:alpha val="0"/>
                </a:srgbClr>
              </a:highlight>
            </a:endParaRPr>
          </a:p>
          <a:p>
            <a:pPr indent="0" algn="l">
              <a:lnSpc>
                <a:spcPct val="125000"/>
              </a:lnSpc>
            </a:pPr>
          </a:p>
          <a:p>
            <a:pPr indent="0" algn="l">
              <a:lnSpc>
                <a:spcPct val="125000"/>
              </a:lnSpc>
            </a:pPr>
            <a:r>
              <a:rPr lang="en-US" sz="1400" b="0" i="0" u="none" strike="noStrike">
                <a:solidFill>
                  <a:srgbClr val="000000"/>
                </a:solidFill>
                <a:highlight>
                  <a:srgbClr val="FFFFFF">
                    <a:alpha val="0"/>
                  </a:srgbClr>
                </a:highlight>
              </a:rPr>
              <a:t>通过这种方式，状态空间模型能够有效地表达复杂系统的动态过程和决策路径。</a:t>
            </a:r>
            <a:endParaRPr lang="en-US" sz="1400" b="0" i="0" u="none" strike="noStrike">
              <a:solidFill>
                <a:srgbClr val="000000"/>
              </a:solidFill>
              <a:highlight>
                <a:srgbClr val="FFFFFF">
                  <a:alpha val="0"/>
                </a:srgbClr>
              </a:highlight>
            </a:endParaRPr>
          </a:p>
        </p:txBody>
      </p:sp>
      <p:sp>
        <p:nvSpPr>
          <p:cNvPr id="5" name="AutoShape 5"/>
          <p:cNvSpPr/>
          <p:nvPr/>
        </p:nvSpPr>
        <p:spPr>
          <a:xfrm>
            <a:off x="943516" y="4724400"/>
            <a:ext cx="10573774" cy="2133600"/>
          </a:xfrm>
          <a:prstGeom prst="rect">
            <a:avLst/>
          </a:prstGeom>
          <a:noFill/>
          <a:ln w="12700">
            <a:noFill/>
            <a:prstDash val="solid"/>
          </a:ln>
        </p:spPr>
        <p:txBody>
          <a:bodyPr wrap="square" lIns="0" tIns="0" rIns="0" bIns="0" rtlCol="0" anchor="t"/>
          <a:lstStyle/>
          <a:p>
            <a:pPr indent="0" algn="l">
              <a:lnSpc>
                <a:spcPct val="125000"/>
              </a:lnSpc>
              <a:defRPr/>
            </a:pPr>
            <a:r>
              <a:rPr lang="en-US" sz="1400" b="0" i="0" u="none" strike="noStrike">
                <a:solidFill>
                  <a:srgbClr val="000000"/>
                </a:solidFill>
                <a:highlight>
                  <a:srgbClr val="FFFFFF">
                    <a:alpha val="0"/>
                  </a:srgbClr>
                </a:highlight>
              </a:rPr>
              <a:t>状态向量</a:t>
            </a:r>
            <a:r>
              <a:rPr lang="en-US" sz="1400" b="0" i="0" u="none" strike="noStrike">
                <a:solidFill>
                  <a:srgbClr val="000000"/>
                </a:solidFill>
                <a:highlight>
                  <a:srgbClr val="FFFFFF">
                    <a:alpha val="0"/>
                  </a:srgbClr>
                </a:highlight>
              </a:rPr>
              <a:t>：</a:t>
            </a:r>
            <a:r>
              <a:rPr lang="en-US" sz="1400" b="0" i="0" u="none" strike="noStrike">
                <a:solidFill>
                  <a:srgbClr val="000000"/>
                </a:solidFill>
                <a:highlight>
                  <a:srgbClr val="FFFFFF">
                    <a:alpha val="0"/>
                  </a:srgbClr>
                </a:highlight>
              </a:rPr>
              <a:t>包含所有必要信息的数学向量，用于全面描述系统的当前状态，并为后续的状态转移提供基础。</a:t>
            </a:r>
            <a:endParaRPr lang="en-US" sz="1100"/>
          </a:p>
          <a:p>
            <a:pPr indent="0" algn="l">
              <a:lnSpc>
                <a:spcPct val="125000"/>
              </a:lnSpc>
            </a:pPr>
          </a:p>
          <a:p>
            <a:pPr indent="0" algn="l">
              <a:lnSpc>
                <a:spcPct val="125000"/>
              </a:lnSpc>
            </a:pPr>
            <a:r>
              <a:rPr lang="en-US" sz="1400" b="0" i="0" u="none" strike="noStrike">
                <a:solidFill>
                  <a:srgbClr val="000000"/>
                </a:solidFill>
                <a:highlight>
                  <a:srgbClr val="FFFFFF">
                    <a:alpha val="0"/>
                  </a:srgbClr>
                </a:highlight>
              </a:rPr>
              <a:t>处理文本时，每个词语或句子的嵌入向量实际上就是该词或句子的“状态向量”。</a:t>
            </a:r>
            <a:endParaRPr lang="en-US" sz="1400" b="0" i="0" u="none" strike="noStrike">
              <a:solidFill>
                <a:srgbClr val="000000"/>
              </a:solidFill>
              <a:highlight>
                <a:srgbClr val="FFFFFF">
                  <a:alpha val="0"/>
                </a:srgbClr>
              </a:highlight>
            </a:endParaRPr>
          </a:p>
          <a:p>
            <a:pPr indent="0" algn="l">
              <a:lnSpc>
                <a:spcPct val="125000"/>
              </a:lnSpc>
            </a:pPr>
          </a:p>
          <a:p>
            <a:pPr indent="0" algn="l">
              <a:lnSpc>
                <a:spcPct val="125000"/>
              </a:lnSpc>
            </a:pPr>
            <a:r>
              <a:rPr lang="en-US" sz="1400" b="0" i="0" u="none" strike="noStrike">
                <a:solidFill>
                  <a:srgbClr val="000000"/>
                </a:solidFill>
                <a:highlight>
                  <a:srgbClr val="FFFFFF">
                    <a:alpha val="0"/>
                  </a:srgbClr>
                </a:highlight>
              </a:rPr>
              <a:t>在语言模型中，当前句子的嵌入向量也可以用来表示该句子的“状态”。</a:t>
            </a:r>
            <a:endParaRPr lang="en-US" sz="1400" b="0" i="0" u="none" strike="noStrike">
              <a:solidFill>
                <a:srgbClr val="000000"/>
              </a:solidFill>
              <a:highlight>
                <a:srgbClr val="FFFFFF">
                  <a:alpha val="0"/>
                </a:srgbClr>
              </a:highlight>
            </a:endParaRPr>
          </a:p>
          <a:p>
            <a:pPr indent="0" algn="l">
              <a:lnSpc>
                <a:spcPct val="125000"/>
              </a:lnSpc>
            </a:pPr>
          </a:p>
          <a:p>
            <a:pPr indent="0" algn="l">
              <a:lnSpc>
                <a:spcPct val="125000"/>
              </a:lnSpc>
            </a:pPr>
            <a:r>
              <a:rPr lang="en-US" sz="1400" b="0" i="0" u="none" strike="noStrike">
                <a:solidFill>
                  <a:srgbClr val="000000"/>
                </a:solidFill>
                <a:highlight>
                  <a:srgbClr val="FFFFFF">
                    <a:alpha val="0"/>
                  </a:srgbClr>
                </a:highlight>
              </a:rPr>
              <a:t>神经网络中，系统的“状态”通常指的是其隐藏状态。在大型语言模型中，隐藏状态是生成下一个标记的关键，它携带了关于输入序列的上下文信息。每次生成新标记时，模型会根据当前的隐藏状态来决定最可能的下一个标记，确保生成的文本与上下文一致。</a:t>
            </a:r>
            <a:endParaRPr lang="en-US" sz="1400" b="0" i="0" u="none" strike="noStrike">
              <a:solidFill>
                <a:srgbClr val="000000"/>
              </a:solidFill>
              <a:highlight>
                <a:srgbClr val="FFFFFF">
                  <a:alpha val="0"/>
                </a:srgbClr>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sp>
        <p:nvSpPr>
          <p:cNvPr id="3" name="AutoShape 3"/>
          <p:cNvSpPr/>
          <p:nvPr/>
        </p:nvSpPr>
        <p:spPr>
          <a:xfrm>
            <a:off x="173985" y="711786"/>
            <a:ext cx="11775038" cy="622300"/>
          </a:xfrm>
          <a:prstGeom prst="rect">
            <a:avLst/>
          </a:prstGeom>
          <a:noFill/>
          <a:ln w="12700">
            <a:noFill/>
            <a:prstDash val="solid"/>
          </a:ln>
        </p:spPr>
        <p:txBody>
          <a:bodyPr wrap="square" lIns="0" tIns="0" rIns="0" bIns="0" rtlCol="0" anchor="t"/>
          <a:lstStyle/>
          <a:p>
            <a:pPr indent="0" algn="l">
              <a:lnSpc>
                <a:spcPct val="125000"/>
              </a:lnSpc>
              <a:defRPr/>
            </a:pPr>
            <a:r>
              <a:rPr lang="en-US" sz="1600" b="0" i="0" u="none" strike="noStrike">
                <a:solidFill>
                  <a:srgbClr val="1F2329"/>
                </a:solidFill>
                <a:latin typeface="Noto Sans SC"/>
                <a:ea typeface="Noto Sans SC"/>
                <a:cs typeface="Noto Sans SC"/>
                <a:sym typeface="Noto Sans SC"/>
              </a:rPr>
              <a:t>状态空间模型（SSMs）是一类通过描述状态的表示来做出预测的模型。现代的状态空间模型能够处理连续输入序列，并基于这些连续输入预测输出序列。</a:t>
            </a:r>
            <a:endParaRPr lang="en-US" sz="1100"/>
          </a:p>
        </p:txBody>
      </p:sp>
      <p:pic>
        <p:nvPicPr>
          <p:cNvPr id="4" name="Picture 4"/>
          <p:cNvPicPr>
            <a:picLocks noChangeAspect="1"/>
          </p:cNvPicPr>
          <p:nvPr/>
        </p:nvPicPr>
        <p:blipFill>
          <a:blip r:embed="rId1"/>
          <a:stretch>
            <a:fillRect/>
          </a:stretch>
        </p:blipFill>
        <p:spPr>
          <a:xfrm>
            <a:off x="421150" y="1334086"/>
            <a:ext cx="6307506" cy="2630618"/>
          </a:xfrm>
          <a:prstGeom prst="roundRect">
            <a:avLst>
              <a:gd name="adj" fmla="val 0"/>
            </a:avLst>
          </a:prstGeom>
          <a:ln>
            <a:noFill/>
            <a:prstDash val="solid"/>
          </a:ln>
        </p:spPr>
      </p:pic>
      <p:sp>
        <p:nvSpPr>
          <p:cNvPr id="5" name="AutoShape 5"/>
          <p:cNvSpPr/>
          <p:nvPr/>
        </p:nvSpPr>
        <p:spPr>
          <a:xfrm>
            <a:off x="6819503" y="1928729"/>
            <a:ext cx="5384800" cy="2133600"/>
          </a:xfrm>
          <a:prstGeom prst="rect">
            <a:avLst/>
          </a:prstGeom>
          <a:noFill/>
          <a:ln w="12700">
            <a:noFill/>
            <a:prstDash val="solid"/>
          </a:ln>
        </p:spPr>
        <p:txBody>
          <a:bodyPr wrap="square" lIns="0" tIns="0" rIns="0" bIns="0" rtlCol="0" anchor="t"/>
          <a:lstStyle/>
          <a:p>
            <a:pPr indent="0" algn="l">
              <a:lnSpc>
                <a:spcPct val="125000"/>
              </a:lnSpc>
              <a:defRPr/>
            </a:pPr>
            <a:r>
              <a:rPr lang="en-US" sz="1400" b="0" i="0" u="none" strike="noStrike">
                <a:solidFill>
                  <a:srgbClr val="000000"/>
                </a:solidFill>
                <a:highlight>
                  <a:srgbClr val="FFFFFF">
                    <a:alpha val="0"/>
                  </a:srgbClr>
                </a:highlight>
              </a:rPr>
              <a:t>矩阵 A 和矩阵 B 来描述系统的动态演化。</a:t>
            </a:r>
            <a:endParaRPr lang="en-US" sz="1100"/>
          </a:p>
          <a:p>
            <a:pPr indent="0" algn="l">
              <a:lnSpc>
                <a:spcPct val="125000"/>
              </a:lnSpc>
            </a:pPr>
            <a:r>
              <a:rPr lang="en-US" sz="1400" b="0" i="0" u="none" strike="noStrike">
                <a:solidFill>
                  <a:srgbClr val="000000"/>
                </a:solidFill>
                <a:highlight>
                  <a:srgbClr val="FFFFFF">
                    <a:alpha val="0"/>
                  </a:srgbClr>
                </a:highlight>
              </a:rPr>
              <a:t>矩阵 A 表示系统的内在动力学，定义了系统状态如何随着时间变化</a:t>
            </a:r>
            <a:endParaRPr lang="en-US" sz="1400" b="0" i="0" u="none" strike="noStrike">
              <a:solidFill>
                <a:srgbClr val="000000"/>
              </a:solidFill>
              <a:highlight>
                <a:srgbClr val="FFFFFF">
                  <a:alpha val="0"/>
                </a:srgbClr>
              </a:highlight>
            </a:endParaRPr>
          </a:p>
          <a:p>
            <a:pPr indent="0" algn="l">
              <a:lnSpc>
                <a:spcPct val="125000"/>
              </a:lnSpc>
            </a:pPr>
            <a:r>
              <a:rPr lang="en-US" sz="1400" b="0" i="0" u="none" strike="noStrike">
                <a:solidFill>
                  <a:srgbClr val="000000"/>
                </a:solidFill>
                <a:highlight>
                  <a:srgbClr val="FFFFFF">
                    <a:alpha val="0"/>
                  </a:srgbClr>
                </a:highlight>
              </a:rPr>
              <a:t>矩阵 B 则表示输入如何影响系统状态的变化</a:t>
            </a:r>
            <a:endParaRPr lang="en-US" sz="1400" b="0" i="0" u="none" strike="noStrike">
              <a:solidFill>
                <a:srgbClr val="000000"/>
              </a:solidFill>
              <a:highlight>
                <a:srgbClr val="FFFFFF">
                  <a:alpha val="0"/>
                </a:srgbClr>
              </a:highlight>
            </a:endParaRPr>
          </a:p>
          <a:p>
            <a:pPr indent="0" algn="l">
              <a:lnSpc>
                <a:spcPct val="125000"/>
              </a:lnSpc>
            </a:pPr>
          </a:p>
          <a:p>
            <a:pPr indent="0" algn="l">
              <a:lnSpc>
                <a:spcPct val="125000"/>
              </a:lnSpc>
            </a:pPr>
            <a:r>
              <a:rPr lang="en-US" sz="1400" b="0" i="0" u="none" strike="noStrike">
                <a:solidFill>
                  <a:srgbClr val="000000"/>
                </a:solidFill>
                <a:highlight>
                  <a:srgbClr val="FFFFFF">
                    <a:alpha val="0"/>
                  </a:srgbClr>
                </a:highlight>
              </a:rPr>
              <a:t>C表示基于当前状态生成输出的输出矩阵</a:t>
            </a:r>
            <a:endParaRPr lang="en-US" sz="1400" b="0" i="0" u="none" strike="noStrike">
              <a:solidFill>
                <a:srgbClr val="000000"/>
              </a:solidFill>
              <a:highlight>
                <a:srgbClr val="FFFFFF">
                  <a:alpha val="0"/>
                </a:srgbClr>
              </a:highlight>
            </a:endParaRPr>
          </a:p>
          <a:p>
            <a:pPr indent="0" algn="l">
              <a:lnSpc>
                <a:spcPct val="125000"/>
              </a:lnSpc>
            </a:pPr>
            <a:r>
              <a:rPr lang="en-US" sz="1400" b="0" i="0" u="none" strike="noStrike">
                <a:solidFill>
                  <a:srgbClr val="000000"/>
                </a:solidFill>
                <a:highlight>
                  <a:srgbClr val="FFFFFF">
                    <a:alpha val="0"/>
                  </a:srgbClr>
                </a:highlight>
              </a:rPr>
              <a:t>D表示决定输入如何直接影响输出的命令系数。</a:t>
            </a:r>
            <a:endParaRPr lang="en-US" sz="1400" b="0" i="0" u="none" strike="noStrike">
              <a:solidFill>
                <a:srgbClr val="000000"/>
              </a:solidFill>
              <a:highlight>
                <a:srgbClr val="FFFFFF">
                  <a:alpha val="0"/>
                </a:srgbClr>
              </a:highlight>
            </a:endParaRPr>
          </a:p>
          <a:p>
            <a:pPr indent="0" algn="l">
              <a:lnSpc>
                <a:spcPct val="125000"/>
              </a:lnSpc>
            </a:pPr>
            <a:r>
              <a:rPr lang="en-US" sz="1400" b="0" i="0" u="none" strike="noStrike">
                <a:solidFill>
                  <a:srgbClr val="000000"/>
                </a:solidFill>
                <a:highlight>
                  <a:srgbClr val="FFFFFF">
                    <a:alpha val="0"/>
                  </a:srgbClr>
                </a:highlight>
              </a:rPr>
              <a:t>一般来说，大多数SSMs在观测方程中省略了D</a:t>
            </a:r>
            <a:endParaRPr lang="en-US" sz="1400" b="0" i="0" u="none" strike="noStrike">
              <a:solidFill>
                <a:srgbClr val="000000"/>
              </a:solidFill>
              <a:highlight>
                <a:srgbClr val="FFFFFF">
                  <a:alpha val="0"/>
                </a:srgbClr>
              </a:highlight>
            </a:endParaRPr>
          </a:p>
          <a:p>
            <a:pPr indent="0" algn="l">
              <a:lnSpc>
                <a:spcPct val="125000"/>
              </a:lnSpc>
            </a:pPr>
          </a:p>
        </p:txBody>
      </p:sp>
      <p:pic>
        <p:nvPicPr>
          <p:cNvPr id="6" name="Picture 6"/>
          <p:cNvPicPr>
            <a:picLocks noChangeAspect="1"/>
          </p:cNvPicPr>
          <p:nvPr/>
        </p:nvPicPr>
        <p:blipFill>
          <a:blip r:embed="rId2"/>
          <a:srcRect l="7587" t="8666"/>
          <a:stretch>
            <a:fillRect/>
          </a:stretch>
        </p:blipFill>
        <p:spPr>
          <a:xfrm>
            <a:off x="83133" y="4252673"/>
            <a:ext cx="5384800" cy="1754709"/>
          </a:xfrm>
          <a:prstGeom prst="roundRect">
            <a:avLst>
              <a:gd name="adj" fmla="val 0"/>
            </a:avLst>
          </a:prstGeom>
          <a:ln>
            <a:noFill/>
            <a:prstDash val="solid"/>
          </a:ln>
        </p:spPr>
      </p:pic>
      <p:sp>
        <p:nvSpPr>
          <p:cNvPr id="7" name="AutoShape 7"/>
          <p:cNvSpPr/>
          <p:nvPr/>
        </p:nvSpPr>
        <p:spPr>
          <a:xfrm>
            <a:off x="5286633" y="4514077"/>
            <a:ext cx="6731000" cy="1231900"/>
          </a:xfrm>
          <a:prstGeom prst="rect">
            <a:avLst/>
          </a:prstGeom>
          <a:noFill/>
          <a:ln w="12700">
            <a:noFill/>
            <a:prstDash val="solid"/>
          </a:ln>
        </p:spPr>
        <p:txBody>
          <a:bodyPr wrap="square" lIns="0" tIns="0" rIns="0" bIns="0" rtlCol="0" anchor="t"/>
          <a:lstStyle/>
          <a:p>
            <a:pPr indent="0" algn="l">
              <a:lnSpc>
                <a:spcPct val="125000"/>
              </a:lnSpc>
              <a:defRPr/>
            </a:pPr>
            <a:r>
              <a:rPr lang="en-US" sz="1600" b="0" i="0" u="none" strike="noStrike">
                <a:solidFill>
                  <a:srgbClr val="1F2329"/>
                </a:solidFill>
                <a:latin typeface="Noto Sans SC"/>
                <a:ea typeface="Noto Sans SC"/>
                <a:cs typeface="Noto Sans SC"/>
                <a:sym typeface="Noto Sans SC"/>
              </a:rPr>
              <a:t>在经典的 SSM（包括 Mamba、S4 等机器学习模型中），我们通常</a:t>
            </a:r>
            <a:r>
              <a:rPr lang="en-US" sz="1600" b="1" i="0" u="none" strike="noStrike">
                <a:solidFill>
                  <a:srgbClr val="1F2329"/>
                </a:solidFill>
                <a:latin typeface="Noto Sans SC"/>
                <a:ea typeface="Noto Sans SC"/>
                <a:cs typeface="Noto Sans SC"/>
                <a:sym typeface="Noto Sans SC"/>
              </a:rPr>
              <a:t>不使用直接通道项 D</a:t>
            </a:r>
            <a:r>
              <a:rPr lang="en-US" sz="1600" b="0" i="0" u="none" strike="noStrike">
                <a:solidFill>
                  <a:srgbClr val="1F2329"/>
                </a:solidFill>
                <a:latin typeface="Noto Sans SC"/>
                <a:ea typeface="Noto Sans SC"/>
                <a:cs typeface="Noto Sans SC"/>
                <a:sym typeface="Noto Sans SC"/>
              </a:rPr>
              <a:t>，即不考虑输入直接影响输出的路径。</a:t>
            </a:r>
            <a:endParaRPr lang="en-US" sz="1100"/>
          </a:p>
          <a:p>
            <a:pPr indent="0" algn="l">
              <a:lnSpc>
                <a:spcPct val="125000"/>
              </a:lnSpc>
            </a:pPr>
          </a:p>
          <a:p>
            <a:pPr indent="0" algn="l">
              <a:lnSpc>
                <a:spcPct val="125000"/>
              </a:lnSpc>
            </a:pPr>
            <a:r>
              <a:rPr lang="en-US" sz="1600" b="0" i="0" u="none" strike="noStrike">
                <a:solidFill>
                  <a:srgbClr val="1F2329"/>
                </a:solidFill>
                <a:latin typeface="Noto Sans SC"/>
                <a:ea typeface="Noto Sans SC"/>
                <a:cs typeface="Noto Sans SC"/>
                <a:sym typeface="Noto Sans SC"/>
              </a:rPr>
              <a:t>ML 应用（例如时序建模）中，D=0，表示输出仅依赖于当前隐状态 h</a:t>
            </a:r>
            <a:r>
              <a:rPr lang="en-US" sz="1000" b="0" i="0" u="none" strike="noStrike">
                <a:solidFill>
                  <a:srgbClr val="1F2329"/>
                </a:solidFill>
                <a:latin typeface="Noto Sans SC"/>
                <a:ea typeface="Noto Sans SC"/>
                <a:cs typeface="Noto Sans SC"/>
                <a:sym typeface="Noto Sans SC"/>
              </a:rPr>
              <a:t>k</a:t>
            </a:r>
            <a:endParaRPr lang="en-US" sz="1000" b="0" i="0" u="none" strike="noStrike">
              <a:solidFill>
                <a:srgbClr val="1F2329"/>
              </a:solidFill>
              <a:latin typeface="Noto Sans SC"/>
              <a:ea typeface="Noto Sans SC"/>
              <a:cs typeface="Noto Sans SC"/>
              <a:sym typeface="Noto Sans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pic>
        <p:nvPicPr>
          <p:cNvPr id="3" name="Picture 3"/>
          <p:cNvPicPr>
            <a:picLocks noChangeAspect="1"/>
          </p:cNvPicPr>
          <p:nvPr/>
        </p:nvPicPr>
        <p:blipFill>
          <a:blip r:embed="rId1"/>
          <a:stretch>
            <a:fillRect/>
          </a:stretch>
        </p:blipFill>
        <p:spPr>
          <a:xfrm>
            <a:off x="167363" y="740631"/>
            <a:ext cx="5226193" cy="2054226"/>
          </a:xfrm>
          <a:prstGeom prst="rect">
            <a:avLst/>
          </a:prstGeom>
          <a:ln>
            <a:noFill/>
            <a:prstDash val="solid"/>
          </a:ln>
        </p:spPr>
      </p:pic>
      <p:pic>
        <p:nvPicPr>
          <p:cNvPr id="4" name="Picture 4"/>
          <p:cNvPicPr>
            <a:picLocks noChangeAspect="1"/>
          </p:cNvPicPr>
          <p:nvPr/>
        </p:nvPicPr>
        <p:blipFill>
          <a:blip r:embed="rId2"/>
          <a:stretch>
            <a:fillRect/>
          </a:stretch>
        </p:blipFill>
        <p:spPr>
          <a:xfrm>
            <a:off x="5800239" y="740631"/>
            <a:ext cx="5864228" cy="2305014"/>
          </a:xfrm>
          <a:prstGeom prst="rect">
            <a:avLst/>
          </a:prstGeom>
          <a:ln>
            <a:noFill/>
            <a:prstDash val="solid"/>
          </a:ln>
        </p:spPr>
      </p:pic>
      <p:pic>
        <p:nvPicPr>
          <p:cNvPr id="5" name="Picture 5"/>
          <p:cNvPicPr>
            <a:picLocks noChangeAspect="1"/>
          </p:cNvPicPr>
          <p:nvPr/>
        </p:nvPicPr>
        <p:blipFill>
          <a:blip r:embed="rId3"/>
          <a:stretch>
            <a:fillRect/>
          </a:stretch>
        </p:blipFill>
        <p:spPr>
          <a:xfrm>
            <a:off x="2033311" y="2955207"/>
            <a:ext cx="6720491" cy="2889183"/>
          </a:xfrm>
          <a:prstGeom prst="rect">
            <a:avLst/>
          </a:prstGeom>
          <a:ln>
            <a:noFill/>
            <a:prstDash val="soli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pic>
        <p:nvPicPr>
          <p:cNvPr id="3" name="Picture 3"/>
          <p:cNvPicPr>
            <a:picLocks noChangeAspect="1"/>
          </p:cNvPicPr>
          <p:nvPr/>
        </p:nvPicPr>
        <p:blipFill>
          <a:blip r:embed="rId1"/>
          <a:srcRect l="1200" t="2668" r="34722" b="4641"/>
          <a:stretch>
            <a:fillRect/>
          </a:stretch>
        </p:blipFill>
        <p:spPr>
          <a:xfrm>
            <a:off x="178989" y="2464150"/>
            <a:ext cx="5768652" cy="2503377"/>
          </a:xfrm>
          <a:prstGeom prst="roundRect">
            <a:avLst>
              <a:gd name="adj" fmla="val 0"/>
            </a:avLst>
          </a:prstGeom>
          <a:ln>
            <a:noFill/>
            <a:prstDash val="solid"/>
          </a:ln>
        </p:spPr>
      </p:pic>
      <p:pic>
        <p:nvPicPr>
          <p:cNvPr id="4" name="Picture 4"/>
          <p:cNvPicPr>
            <a:picLocks noChangeAspect="1"/>
          </p:cNvPicPr>
          <p:nvPr/>
        </p:nvPicPr>
        <p:blipFill>
          <a:blip r:embed="rId2"/>
          <a:srcRect l="998" t="10381" r="70758" b="12083"/>
          <a:stretch>
            <a:fillRect/>
          </a:stretch>
        </p:blipFill>
        <p:spPr>
          <a:xfrm>
            <a:off x="178989" y="804087"/>
            <a:ext cx="2894307" cy="1279795"/>
          </a:xfrm>
          <a:prstGeom prst="roundRect">
            <a:avLst>
              <a:gd name="adj" fmla="val 0"/>
            </a:avLst>
          </a:prstGeom>
          <a:ln>
            <a:noFill/>
            <a:prstDash val="solid"/>
          </a:ln>
        </p:spPr>
      </p:pic>
      <p:pic>
        <p:nvPicPr>
          <p:cNvPr id="5" name="Picture 5"/>
          <p:cNvPicPr>
            <a:picLocks noChangeAspect="1"/>
          </p:cNvPicPr>
          <p:nvPr/>
        </p:nvPicPr>
        <p:blipFill>
          <a:blip r:embed="rId3"/>
          <a:stretch>
            <a:fillRect/>
          </a:stretch>
        </p:blipFill>
        <p:spPr>
          <a:xfrm>
            <a:off x="5758124" y="738764"/>
            <a:ext cx="5644221" cy="2690236"/>
          </a:xfrm>
          <a:prstGeom prst="rect">
            <a:avLst/>
          </a:prstGeom>
          <a:ln>
            <a:noFill/>
            <a:prstDash val="solid"/>
          </a:ln>
        </p:spPr>
      </p:pic>
      <p:pic>
        <p:nvPicPr>
          <p:cNvPr id="6" name="Picture 6"/>
          <p:cNvPicPr>
            <a:picLocks noChangeAspect="1"/>
          </p:cNvPicPr>
          <p:nvPr/>
        </p:nvPicPr>
        <p:blipFill>
          <a:blip r:embed="rId4"/>
          <a:srcRect r="19589"/>
          <a:stretch>
            <a:fillRect/>
          </a:stretch>
        </p:blipFill>
        <p:spPr>
          <a:xfrm>
            <a:off x="5947641" y="3743946"/>
            <a:ext cx="5021112" cy="2976283"/>
          </a:xfrm>
          <a:prstGeom prst="roundRect">
            <a:avLst>
              <a:gd name="adj" fmla="val 0"/>
            </a:avLst>
          </a:prstGeom>
          <a:ln>
            <a:noFill/>
            <a:prstDash val="soli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pic>
        <p:nvPicPr>
          <p:cNvPr id="3" name="Picture 3"/>
          <p:cNvPicPr>
            <a:picLocks noChangeAspect="1"/>
          </p:cNvPicPr>
          <p:nvPr/>
        </p:nvPicPr>
        <p:blipFill>
          <a:blip r:embed="rId1"/>
          <a:srcRect l="5024" t="3254" r="19352" b="1549"/>
          <a:stretch>
            <a:fillRect/>
          </a:stretch>
        </p:blipFill>
        <p:spPr>
          <a:xfrm>
            <a:off x="325294" y="623864"/>
            <a:ext cx="4895864" cy="2937518"/>
          </a:xfrm>
          <a:prstGeom prst="roundRect">
            <a:avLst>
              <a:gd name="adj" fmla="val 0"/>
            </a:avLst>
          </a:prstGeom>
          <a:ln>
            <a:noFill/>
            <a:prstDash val="solid"/>
          </a:ln>
        </p:spPr>
      </p:pic>
      <p:pic>
        <p:nvPicPr>
          <p:cNvPr id="4" name="Picture 4"/>
          <p:cNvPicPr>
            <a:picLocks noChangeAspect="1"/>
          </p:cNvPicPr>
          <p:nvPr/>
        </p:nvPicPr>
        <p:blipFill>
          <a:blip r:embed="rId2"/>
          <a:srcRect l="4930" t="3872" r="11104" b="1096"/>
          <a:stretch>
            <a:fillRect/>
          </a:stretch>
        </p:blipFill>
        <p:spPr>
          <a:xfrm>
            <a:off x="177892" y="3561383"/>
            <a:ext cx="5738163" cy="3095449"/>
          </a:xfrm>
          <a:prstGeom prst="roundRect">
            <a:avLst>
              <a:gd name="adj" fmla="val 0"/>
            </a:avLst>
          </a:prstGeom>
          <a:ln>
            <a:noFill/>
            <a:prstDash val="soli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83133" y="423818"/>
            <a:ext cx="5068615" cy="2274208"/>
          </a:xfrm>
          <a:prstGeom prst="rect">
            <a:avLst/>
          </a:prstGeom>
          <a:ln>
            <a:noFill/>
            <a:prstDash val="solid"/>
          </a:ln>
        </p:spPr>
      </p:pic>
      <p:sp>
        <p:nvSpPr>
          <p:cNvPr id="3" name="AutoShape 3"/>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sp>
        <p:nvSpPr>
          <p:cNvPr id="4" name="AutoShape 4"/>
          <p:cNvSpPr/>
          <p:nvPr/>
        </p:nvSpPr>
        <p:spPr>
          <a:xfrm>
            <a:off x="4737257" y="1972103"/>
            <a:ext cx="8001000" cy="4533900"/>
          </a:xfrm>
          <a:prstGeom prst="rect">
            <a:avLst/>
          </a:prstGeom>
          <a:noFill/>
          <a:ln w="12700">
            <a:noFill/>
            <a:prstDash val="solid"/>
          </a:ln>
        </p:spPr>
        <p:txBody>
          <a:bodyPr wrap="square" lIns="0" tIns="0" rIns="0" bIns="0" rtlCol="0" anchor="t"/>
          <a:lstStyle/>
          <a:p>
            <a:pPr indent="0" algn="l">
              <a:lnSpc>
                <a:spcPct val="125000"/>
              </a:lnSpc>
              <a:defRPr/>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Mamba(</a:t>
            </a:r>
            <a:endParaRPr lang="en-US" sz="1100"/>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a:t>
            </a:r>
            <a:r>
              <a:rPr lang="en-US" sz="1400" b="0" i="0" u="none" strike="noStrike">
                <a:solidFill>
                  <a:srgbClr val="898989"/>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(embedding): Embedding(50280, 1024)</a:t>
            </a:r>
            <a:endParaRPr lang="en-US" sz="1400" b="0" i="0" u="none" strike="noStrike">
              <a:solidFill>
                <a:srgbClr val="898989"/>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(layers): ModuleList(</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(0-47): 48 x ResidualBlock(</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(mixer): MambaBlock(</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(in_proj): Linear(in_features=1024, out_features=4096, bias=False)</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(conv1d): Conv1d(2048, 2048, kernel_size=(4,), stride=(1,), padding=(3,), groups=2048)</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(x_proj): Linear(in_features=2048, out_features=96, bias=False)</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(dt_proj): Linear(in_features=64, out_features=2048, bias=True)</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(out_proj): Linear(in_features=2048, out_features=1024, bias=False)</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(norm): RMSNorm()</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(norm_f): RMSNorm()</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  (lm_head): Linear(in_features=1024, out_features=50280, bias=False)</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pic>
        <p:nvPicPr>
          <p:cNvPr id="3" name="Picture 3"/>
          <p:cNvPicPr>
            <a:picLocks noChangeAspect="1"/>
          </p:cNvPicPr>
          <p:nvPr/>
        </p:nvPicPr>
        <p:blipFill>
          <a:blip r:embed="rId1"/>
          <a:stretch>
            <a:fillRect/>
          </a:stretch>
        </p:blipFill>
        <p:spPr>
          <a:xfrm>
            <a:off x="105804" y="1047273"/>
            <a:ext cx="7673320" cy="3442898"/>
          </a:xfrm>
          <a:prstGeom prst="rect">
            <a:avLst/>
          </a:prstGeom>
          <a:ln>
            <a:noFill/>
            <a:prstDash val="solid"/>
          </a:ln>
        </p:spPr>
      </p:pic>
      <p:sp>
        <p:nvSpPr>
          <p:cNvPr id="4" name="AutoShape 4"/>
          <p:cNvSpPr/>
          <p:nvPr/>
        </p:nvSpPr>
        <p:spPr>
          <a:xfrm>
            <a:off x="8250461" y="809759"/>
            <a:ext cx="3530600" cy="2400300"/>
          </a:xfrm>
          <a:prstGeom prst="rect">
            <a:avLst/>
          </a:prstGeom>
          <a:noFill/>
          <a:ln w="12700">
            <a:noFill/>
            <a:prstDash val="solid"/>
          </a:ln>
        </p:spPr>
        <p:txBody>
          <a:bodyPr wrap="square" lIns="0" tIns="0" rIns="0" bIns="0" rtlCol="0" anchor="t">
            <a:spAutoFit/>
          </a:bodyPr>
          <a:lstStyle/>
          <a:p>
            <a:pPr indent="0" algn="l">
              <a:lnSpc>
                <a:spcPct val="125000"/>
              </a:lnSpc>
              <a:defRPr/>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output = self.mixer(self.norm(x)) + x</a:t>
            </a:r>
            <a:endParaRPr lang="en-US" sz="1100"/>
          </a:p>
          <a:p>
            <a:pPr indent="0" algn="l">
              <a:lnSpc>
                <a:spcPct val="125000"/>
              </a:lnSpc>
            </a:pPr>
          </a:p>
          <a:p>
            <a:pPr indent="0" algn="l">
              <a:lnSpc>
                <a:spcPct val="125000"/>
              </a:lnSpc>
            </a:pPr>
            <a:r>
              <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rPr>
              <a:t>self.mixer = MambaBlock(args)</a:t>
            </a:r>
            <a:endParaRPr lang="en-US" sz="1400" b="0" i="0" u="none" strike="noStrike">
              <a:solidFill>
                <a:srgbClr val="000000"/>
              </a:solidFill>
              <a:highlight>
                <a:srgbClr val="FFFFFF">
                  <a:alpha val="100000"/>
                </a:srgbClr>
              </a:highlight>
              <a:latin typeface="Droid Sans Mono, monospace, monospace"/>
              <a:ea typeface="Droid Sans Mono, monospace, monospace"/>
              <a:cs typeface="Droid Sans Mono, monospace, monospace"/>
              <a:sym typeface="Droid Sans Mono, monospace, monospace"/>
            </a:endParaRPr>
          </a:p>
          <a:p>
            <a:pPr indent="0" algn="l">
              <a:lnSpc>
                <a:spcPct val="125000"/>
              </a:lnSpc>
            </a:pPr>
          </a:p>
          <a:p>
            <a:pPr indent="0" algn="l">
              <a:lnSpc>
                <a:spcPct val="125000"/>
              </a:lnSpc>
            </a:pPr>
          </a:p>
          <a:p>
            <a:pPr indent="0" algn="l">
              <a:lnSpc>
                <a:spcPct val="125000"/>
              </a:lnSpc>
            </a:pPr>
          </a:p>
          <a:p>
            <a:pPr indent="0" algn="l">
              <a:lnSpc>
                <a:spcPct val="125000"/>
              </a:lnSpc>
            </a:pPr>
          </a:p>
          <a:p>
            <a:pPr indent="0" algn="l">
              <a:lnSpc>
                <a:spcPct val="125000"/>
              </a:lnSpc>
            </a:pPr>
          </a:p>
          <a:p>
            <a:pPr indent="0" algn="l">
              <a:lnSpc>
                <a:spcPct val="125000"/>
              </a:lnSpc>
            </a:pPr>
          </a:p>
        </p:txBody>
      </p:sp>
      <p:pic>
        <p:nvPicPr>
          <p:cNvPr id="5" name="Picture 5"/>
          <p:cNvPicPr>
            <a:picLocks noChangeAspect="1"/>
          </p:cNvPicPr>
          <p:nvPr/>
        </p:nvPicPr>
        <p:blipFill>
          <a:blip r:embed="rId2"/>
          <a:srcRect t="-20400" b="-20400"/>
          <a:stretch>
            <a:fillRect/>
          </a:stretch>
        </p:blipFill>
        <p:spPr>
          <a:xfrm>
            <a:off x="7945699" y="1855276"/>
            <a:ext cx="3434771" cy="4572000"/>
          </a:xfrm>
          <a:prstGeom prst="rect">
            <a:avLst/>
          </a:prstGeom>
          <a:ln>
            <a:noFill/>
            <a:prstDash val="soli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pic>
        <p:nvPicPr>
          <p:cNvPr id="3" name="Picture 3"/>
          <p:cNvPicPr>
            <a:picLocks noChangeAspect="1"/>
          </p:cNvPicPr>
          <p:nvPr/>
        </p:nvPicPr>
        <p:blipFill>
          <a:blip r:embed="rId1"/>
          <a:stretch>
            <a:fillRect/>
          </a:stretch>
        </p:blipFill>
        <p:spPr>
          <a:xfrm>
            <a:off x="546398" y="775858"/>
            <a:ext cx="7780738" cy="5932705"/>
          </a:xfrm>
          <a:prstGeom prst="rect">
            <a:avLst/>
          </a:prstGeom>
          <a:ln>
            <a:noFill/>
            <a:prstDash val="soli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pic>
        <p:nvPicPr>
          <p:cNvPr id="3" name="Picture 3"/>
          <p:cNvPicPr>
            <a:picLocks noChangeAspect="1"/>
          </p:cNvPicPr>
          <p:nvPr/>
        </p:nvPicPr>
        <p:blipFill>
          <a:blip r:embed="rId1"/>
          <a:srcRect l="5172" t="2163" r="5965" b="15337"/>
          <a:stretch>
            <a:fillRect/>
          </a:stretch>
        </p:blipFill>
        <p:spPr>
          <a:xfrm>
            <a:off x="630628" y="529106"/>
            <a:ext cx="10834073" cy="5001151"/>
          </a:xfrm>
          <a:prstGeom prst="roundRect">
            <a:avLst>
              <a:gd name="adj" fmla="val 0"/>
            </a:avLst>
          </a:prstGeom>
          <a:ln>
            <a:noFill/>
            <a:prstDash val="soli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pic>
        <p:nvPicPr>
          <p:cNvPr id="3" name="Picture 3"/>
          <p:cNvPicPr>
            <a:picLocks noChangeAspect="1"/>
          </p:cNvPicPr>
          <p:nvPr/>
        </p:nvPicPr>
        <p:blipFill>
          <a:blip r:embed="rId1"/>
          <a:stretch>
            <a:fillRect/>
          </a:stretch>
        </p:blipFill>
        <p:spPr>
          <a:xfrm>
            <a:off x="2346812" y="515930"/>
            <a:ext cx="7268098" cy="6342070"/>
          </a:xfrm>
          <a:prstGeom prst="rect">
            <a:avLst/>
          </a:prstGeom>
          <a:ln>
            <a:noFill/>
            <a:prstDash val="soli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423818"/>
          </a:xfrm>
          <a:prstGeom prst="roundRect">
            <a:avLst>
              <a:gd name="adj" fmla="val 0"/>
            </a:avLst>
          </a:prstGeom>
          <a:noFill/>
          <a:ln w="12700" cap="flat">
            <a:solidFill>
              <a:srgbClr val="41719C">
                <a:alpha val="100000"/>
              </a:srgbClr>
            </a:solidFill>
            <a:prstDash val="solid"/>
          </a:ln>
        </p:spPr>
        <p:txBody>
          <a:bodyPr lIns="91440" tIns="45720" rIns="91440" bIns="45720" rtlCol="0" anchor="ctr"/>
          <a:lstStyle/>
          <a:p>
            <a:pPr indent="0" algn="l">
              <a:lnSpc>
                <a:spcPct val="100000"/>
              </a:lnSpc>
              <a:defRPr/>
            </a:pPr>
            <a:r>
              <a:rPr lang="en-US" sz="1600" b="0" i="0" u="none" strike="noStrike">
                <a:solidFill>
                  <a:srgbClr val="1F2329"/>
                </a:solidFill>
                <a:latin typeface="Noto Sans SC"/>
                <a:ea typeface="Noto Sans SC"/>
                <a:cs typeface="Noto Sans SC"/>
                <a:sym typeface="Noto Sans SC"/>
              </a:rPr>
              <a:t>Mamba</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2884</Words>
  <Application>WPS 演示</Application>
  <PresentationFormat/>
  <Paragraphs>169</Paragraphs>
  <Slides>17</Slides>
  <Notes>0</Notes>
  <HiddenSlides>0</HiddenSlides>
  <MMClips>0</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17</vt:i4>
      </vt:variant>
    </vt:vector>
  </HeadingPairs>
  <TitlesOfParts>
    <vt:vector size="44" baseType="lpstr">
      <vt:lpstr>Arial</vt:lpstr>
      <vt:lpstr>SimSun</vt:lpstr>
      <vt:lpstr>Wingdings</vt:lpstr>
      <vt:lpstr>Arial</vt:lpstr>
      <vt:lpstr>Nimbus Roman No9 L</vt:lpstr>
      <vt:lpstr>Noto Sans SC</vt:lpstr>
      <vt:lpstr>Comfortaa Light</vt:lpstr>
      <vt:lpstr>Calibri</vt:lpstr>
      <vt:lpstr>DejaVu Sans</vt:lpstr>
      <vt:lpstr>Kaiti SC</vt:lpstr>
      <vt:lpstr>Times New Roman</vt:lpstr>
      <vt:lpstr>Microsoft YaHei</vt:lpstr>
      <vt:lpstr>Calibri Light</vt:lpstr>
      <vt:lpstr>SimSun</vt:lpstr>
      <vt:lpstr>Droid Sans Fallback</vt:lpstr>
      <vt:lpstr>Microsoft YaHei</vt:lpstr>
      <vt:lpstr>Arial Unicode MS</vt:lpstr>
      <vt:lpstr>Nimbus Roman</vt:lpstr>
      <vt:lpstr>Songti SC</vt:lpstr>
      <vt:lpstr>AR PL UKai CN</vt:lpstr>
      <vt:lpstr>DejaVu Math TeX Gyre</vt:lpstr>
      <vt:lpstr>Abyssinica SIL</vt:lpstr>
      <vt:lpstr>Droid Sans Mono, monospace, monospace</vt:lpstr>
      <vt:lpstr>Cambria</vt:lpstr>
      <vt:lpstr>文鼎ＰＬ简中楷</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ubuntu</cp:lastModifiedBy>
  <cp:revision>1</cp:revision>
  <dcterms:created xsi:type="dcterms:W3CDTF">2026-03-09T12:06:47Z</dcterms:created>
  <dcterms:modified xsi:type="dcterms:W3CDTF">2026-03-09T12:06:47Z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2052-11.1.0.11711</vt:lpwstr>
  </property>
</Properties>
</file>